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80" r:id="rId3"/>
    <p:sldId id="487" r:id="rId4"/>
    <p:sldId id="457" r:id="rId5"/>
    <p:sldId id="488" r:id="rId6"/>
    <p:sldId id="302" r:id="rId7"/>
    <p:sldId id="262" r:id="rId8"/>
    <p:sldId id="258" r:id="rId9"/>
    <p:sldId id="261" r:id="rId10"/>
    <p:sldId id="259" r:id="rId11"/>
    <p:sldId id="260" r:id="rId12"/>
    <p:sldId id="257" r:id="rId13"/>
    <p:sldId id="267" r:id="rId14"/>
    <p:sldId id="264" r:id="rId15"/>
    <p:sldId id="265" r:id="rId16"/>
    <p:sldId id="292" r:id="rId17"/>
    <p:sldId id="293" r:id="rId18"/>
    <p:sldId id="299" r:id="rId19"/>
    <p:sldId id="268" r:id="rId20"/>
    <p:sldId id="263" r:id="rId21"/>
    <p:sldId id="277" r:id="rId22"/>
    <p:sldId id="269" r:id="rId23"/>
    <p:sldId id="274" r:id="rId24"/>
    <p:sldId id="275" r:id="rId25"/>
    <p:sldId id="276" r:id="rId26"/>
    <p:sldId id="298" r:id="rId27"/>
    <p:sldId id="294" r:id="rId28"/>
    <p:sldId id="295" r:id="rId29"/>
    <p:sldId id="296" r:id="rId30"/>
    <p:sldId id="300" r:id="rId31"/>
    <p:sldId id="279" r:id="rId32"/>
    <p:sldId id="278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91" r:id="rId41"/>
    <p:sldId id="297" r:id="rId42"/>
    <p:sldId id="289" r:id="rId43"/>
    <p:sldId id="290" r:id="rId44"/>
    <p:sldId id="281" r:id="rId4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6A9F"/>
    <a:srgbClr val="FFD966"/>
    <a:srgbClr val="FFDE7B"/>
    <a:srgbClr val="FFE38F"/>
    <a:srgbClr val="FFE8A3"/>
    <a:srgbClr val="FFEDB8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454" autoAdjust="0"/>
    <p:restoredTop sz="86436" autoAdjust="0"/>
  </p:normalViewPr>
  <p:slideViewPr>
    <p:cSldViewPr snapToGrid="0">
      <p:cViewPr varScale="1">
        <p:scale>
          <a:sx n="94" d="100"/>
          <a:sy n="94" d="100"/>
        </p:scale>
        <p:origin x="354" y="90"/>
      </p:cViewPr>
      <p:guideLst/>
    </p:cSldViewPr>
  </p:slideViewPr>
  <p:outlineViewPr>
    <p:cViewPr>
      <p:scale>
        <a:sx n="33" d="100"/>
        <a:sy n="33" d="100"/>
      </p:scale>
      <p:origin x="0" y="-383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B934F-9BC1-4227-986B-6332FB5A78A2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967D8-732B-4555-AFC3-6DAFC9F9FB6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692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7D8-732B-4555-AFC3-6DAFC9F9FB63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96276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flowchart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Z1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(start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Z2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Z1 --&gt; A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stocks: 20g/100mL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surfactant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--&gt; B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solution_repository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B --&gt; C{more&lt;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surfactant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concentrations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run?}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 --&gt;|No|Z2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[2D HLD-IFT scan]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S1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run stocks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S2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"Make run (scan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S3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S1 --&gt; S2 --&gt; S3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end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 --&gt;|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Yes|exp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S3 --&gt; C    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7D8-732B-4555-AFC3-6DAFC9F9FB63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7232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flowchart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A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stocks: 20g/100mL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surfactant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--&gt; B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run stocks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e.g. 5g/100mL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B --&gt; C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blends: 100/0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80/20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..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0/100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an_exp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["Set of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LR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E1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100/0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80/20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E2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60/40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40/60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E3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20/80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0/100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E1 --&gt; E2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E2 --&gt; E3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end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 --&gt;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an_exp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b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7D8-732B-4555-AFC3-6DAFC9F9FB63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0807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flowchart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A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stocks: 20g/100mL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surfactant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--&gt; B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run stocks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e.g. 5g/100mL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B --&gt; C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blends: 100/0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80/20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..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0/100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an_exp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["Set of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LR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E1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100/0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80/20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E2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60/40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40/60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E3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20/80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0/100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E1 --&gt; E2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E2 --&gt; E3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end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 --&gt;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an_exp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7D8-732B-4555-AFC3-6DAFC9F9FB63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1813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flowchart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A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stocks: 20g/100mL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surfactant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--&gt; B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run stocks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e.g. 5g/100mL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B --&gt; C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blends: 100/0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80/20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..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0/100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an_exp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["Set of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LR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E1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100/0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80/20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E2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60/40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40/60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E3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experiment: 20/80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0/100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E1 --&gt; E2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E2 --&gt; E3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end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 --&gt;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an_exp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7D8-732B-4555-AFC3-6DAFC9F9FB63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2954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flowchart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Solution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name[[Name]]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label[[Label]]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Density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Composition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surfactant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labelsurf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[[Label]]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wsurf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[["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mass_fraction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end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subgraph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compoundA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[solvent]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TB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labelscA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[[Label]]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wcA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[["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mass_fraction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end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compoundB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[[...]]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surfactant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~~~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compoundA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~~~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compoundB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end</a:t>
            </a: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name ~~~ label ~~~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~~~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Composition</a:t>
            </a: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7D8-732B-4555-AFC3-6DAFC9F9FB63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9713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D4D4-4A0E-443D-A0CB-EF52E93D2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9F9E5-A443-4F33-9631-FA40F9654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9626D-5063-44C9-B24B-93978E76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83AD1-008D-4B8A-AD00-753E4FCF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8749A-5262-4C1D-91E5-7B4FF5C2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1761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1126-ED48-4B46-BA11-EE797124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BA622-F931-441F-890F-894DEF3CF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D969-2C25-4DEB-AC6B-E1E8E5CA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5768D-8762-4CE9-9C59-BFE0AB39A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33FD2-25AF-4786-8292-412806C6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207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A033-ED9C-4286-B912-C3F6AC31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79889-6526-4AA7-A806-C5498C805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7FB30-1211-4013-98B2-E0DC344F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64517-1473-4644-9BD8-3A3FA7C84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8F7C5-AA25-47E0-AB9D-248AB8DC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66104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8B88-6435-46B7-B11A-D34F8293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A63E6-E705-46FB-AA14-F8182BEBE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4CB6E-CF0C-4BDC-A752-1FBCC7EB9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B6914-306A-4417-9BE1-4AF7FAA1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AE725-A797-4211-82DA-CBA86D01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B5F9-7BEF-4112-8A8D-F781B08F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814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6D16-4F21-46C0-BEA6-8E31B31E5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CB68-FF41-40A0-925B-5D3B5C992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32511-FD58-48BA-B5B2-0AB251DB7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47207-0CE7-4F79-A43B-B33C81D95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89DA0-190B-40C1-B028-861EAF459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CAC28-10FF-4785-BE86-706E6BBA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17753-F01A-48A8-BC94-C14B3D95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35588-E9FB-4E71-9EFD-12A94322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6725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6339-79EF-4151-A397-5F2CD970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23958-AF98-4272-AA21-4378FEC81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8B150-BFD6-4049-8E7C-9FAF12FDB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40F86-C26D-4122-A516-93BBEC01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112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13528-3D3D-4055-86EC-8B97789A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61C76-5703-4402-AF35-0495AC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B13FE-B5E9-46B3-B9BE-955BF3C8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487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D5848-FCB7-45E1-9E83-7E0B3A448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1208F-DDB2-40AD-9B85-6914AE275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F58F1-0FBA-4A6F-9354-8A73A4394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03275-7AC0-4BCB-B730-97362759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B1CAA-7FA1-40CD-8961-2CD4756C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4843E-BBD7-4D4A-BD4F-6C131BC0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1066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2F4E-FF83-4D77-924C-92F5B226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1D707-88CD-4985-B08C-EFF0C07F7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47D14-823B-4DE3-B517-E0A4C5234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D6F77-5387-4F66-AC9E-654A4028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6B254-8D08-4E0E-A0DE-0EDEC89E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A1BF7-9E6F-4A87-A993-6B407114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2691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D809-73DA-4FA8-B07A-142951C6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38BF3-9A5B-4020-8D11-F32EECC69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ADE56-1A05-4E04-B03B-074FE9DB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48BE1-C22B-4D04-BE2C-090BD99C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57213-5A55-498E-9808-280E7642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083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B24B2-6EF6-41D5-8BCF-F2EB75DC4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A43BB-6ECA-40DA-80FF-CA558D79C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6D04C-6933-4F5E-B9EE-D8AFFB11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24F7-83AD-4DE9-94DF-5D1CCCA4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0EC1E-2AB6-4E91-976B-2FF9EDDD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113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B89630-785A-4799-8D2F-5CE89392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D53C9-27C9-4669-B2F3-90200F6E2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3302-218C-4FEC-A6EE-C3B44C619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354B5-733C-4B37-B3F4-7FBEE0702EE1}" type="datetimeFigureOut">
              <a:rPr lang="en-NL" smtClean="0"/>
              <a:t>24/02/2026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82A9F-ECF5-48F0-8A43-35A834749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D1C3B-1805-4266-911E-7E417E739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24AC8-B9A7-499E-8DBD-104DF6D2A9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7444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7591-4459-4457-B03E-B714B8E5D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bits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0F2DD-C808-4EBB-AF1F-F16AA3B28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2832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54FC-1FCE-45F1-BDAC-71082414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78B9A-CFC3-4213-ADD6-4953C56F3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2d </a:t>
            </a:r>
            <a:r>
              <a:rPr lang="en-US" dirty="0" err="1"/>
              <a:t>hld-ift</a:t>
            </a:r>
            <a:r>
              <a:rPr lang="en-US" dirty="0"/>
              <a:t> scan (direct)</a:t>
            </a:r>
          </a:p>
          <a:p>
            <a:r>
              <a:rPr lang="en-US" dirty="0"/>
              <a:t>Experiment: characterization of unknown surfactant</a:t>
            </a:r>
          </a:p>
          <a:p>
            <a:r>
              <a:rPr lang="en-US" dirty="0"/>
              <a:t>Indirect scan</a:t>
            </a:r>
          </a:p>
          <a:p>
            <a:r>
              <a:rPr lang="en-US" dirty="0"/>
              <a:t>Mixtures/mixing</a:t>
            </a:r>
          </a:p>
          <a:p>
            <a:r>
              <a:rPr lang="en-US" dirty="0"/>
              <a:t>Dilution scans</a:t>
            </a:r>
          </a:p>
          <a:p>
            <a:r>
              <a:rPr lang="en-US" dirty="0"/>
              <a:t>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28339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6A39-1E52-4004-A3C5-47F55015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Basic dripping experiment</a:t>
            </a:r>
            <a:endParaRPr lang="en-NL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3257F83-B949-40D5-8006-F14233B725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Normal (dripping):</a:t>
            </a:r>
          </a:p>
          <a:p>
            <a:pPr lvl="1"/>
            <a:r>
              <a:rPr lang="en-US" dirty="0"/>
              <a:t>Aqueous phase dripped into oil phase</a:t>
            </a:r>
            <a:endParaRPr lang="en-NL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EB73F561-8B1D-471F-A6A2-94D5DD211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Inverse (floating):</a:t>
            </a:r>
          </a:p>
          <a:p>
            <a:pPr lvl="1"/>
            <a:r>
              <a:rPr lang="en-US" dirty="0"/>
              <a:t>Oil phase dripped into aqueous phase</a:t>
            </a:r>
            <a:endParaRPr lang="en-N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6727AA-DC5C-401F-AD1C-900D9129DB26}"/>
              </a:ext>
            </a:extLst>
          </p:cNvPr>
          <p:cNvGrpSpPr/>
          <p:nvPr/>
        </p:nvGrpSpPr>
        <p:grpSpPr>
          <a:xfrm>
            <a:off x="2701290" y="3294698"/>
            <a:ext cx="1455420" cy="2882265"/>
            <a:chOff x="3183253" y="1811655"/>
            <a:chExt cx="1455420" cy="28822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D031F9-CBC3-4927-801B-43AA81851545}"/>
                </a:ext>
              </a:extLst>
            </p:cNvPr>
            <p:cNvSpPr/>
            <p:nvPr/>
          </p:nvSpPr>
          <p:spPr>
            <a:xfrm>
              <a:off x="3183253" y="2381158"/>
              <a:ext cx="1455420" cy="231276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2891F1-271B-45FD-A855-80120D6D5E84}"/>
                </a:ext>
              </a:extLst>
            </p:cNvPr>
            <p:cNvSpPr/>
            <p:nvPr/>
          </p:nvSpPr>
          <p:spPr>
            <a:xfrm>
              <a:off x="3871913" y="2621279"/>
              <a:ext cx="71437" cy="144000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C07BD14-25B3-4D8D-ADB8-32D3CD3D5C2C}"/>
                </a:ext>
              </a:extLst>
            </p:cNvPr>
            <p:cNvSpPr/>
            <p:nvPr/>
          </p:nvSpPr>
          <p:spPr>
            <a:xfrm>
              <a:off x="3843337" y="4061279"/>
              <a:ext cx="128588" cy="28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4" name="Trapezoid 13">
              <a:extLst>
                <a:ext uri="{FF2B5EF4-FFF2-40B4-BE49-F238E27FC236}">
                  <a16:creationId xmlns:a16="http://schemas.microsoft.com/office/drawing/2014/main" id="{4A4A9744-2BAB-4735-BDE5-DF9B297AA9FE}"/>
                </a:ext>
              </a:extLst>
            </p:cNvPr>
            <p:cNvSpPr/>
            <p:nvPr/>
          </p:nvSpPr>
          <p:spPr>
            <a:xfrm rot="10800000">
              <a:off x="3796995" y="1811655"/>
              <a:ext cx="221271" cy="809624"/>
            </a:xfrm>
            <a:prstGeom prst="trapezoid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59FA05-1A29-4BD8-BA27-A0F717043732}"/>
              </a:ext>
            </a:extLst>
          </p:cNvPr>
          <p:cNvGrpSpPr/>
          <p:nvPr/>
        </p:nvGrpSpPr>
        <p:grpSpPr>
          <a:xfrm>
            <a:off x="8039843" y="3294698"/>
            <a:ext cx="1455420" cy="2882265"/>
            <a:chOff x="4796961" y="1811655"/>
            <a:chExt cx="1455420" cy="288226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DBE36E7-1B48-4213-8706-568B4C08A0EF}"/>
                </a:ext>
              </a:extLst>
            </p:cNvPr>
            <p:cNvSpPr/>
            <p:nvPr/>
          </p:nvSpPr>
          <p:spPr>
            <a:xfrm>
              <a:off x="4796961" y="2381158"/>
              <a:ext cx="1455420" cy="231276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CD39A049-4C50-4B3C-8F30-102B5CA9A389}"/>
                </a:ext>
              </a:extLst>
            </p:cNvPr>
            <p:cNvSpPr/>
            <p:nvPr/>
          </p:nvSpPr>
          <p:spPr>
            <a:xfrm rot="10800000">
              <a:off x="5380672" y="3197278"/>
              <a:ext cx="288000" cy="288000"/>
            </a:xfrm>
            <a:prstGeom prst="blockArc">
              <a:avLst>
                <a:gd name="adj1" fmla="val 10800000"/>
                <a:gd name="adj2" fmla="val 81675"/>
                <a:gd name="adj3" fmla="val 2430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E783DD-74DA-4013-8EB6-9F88B86988D4}"/>
                </a:ext>
              </a:extLst>
            </p:cNvPr>
            <p:cNvSpPr/>
            <p:nvPr/>
          </p:nvSpPr>
          <p:spPr>
            <a:xfrm>
              <a:off x="5380672" y="2621279"/>
              <a:ext cx="71437" cy="72000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E774B7-B65E-4257-806B-79B756417B2C}"/>
                </a:ext>
              </a:extLst>
            </p:cNvPr>
            <p:cNvSpPr/>
            <p:nvPr/>
          </p:nvSpPr>
          <p:spPr>
            <a:xfrm>
              <a:off x="5596944" y="3126089"/>
              <a:ext cx="71437" cy="21600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E959366-1AE5-45A8-AB12-8B760790EA2D}"/>
                </a:ext>
              </a:extLst>
            </p:cNvPr>
            <p:cNvSpPr/>
            <p:nvPr/>
          </p:nvSpPr>
          <p:spPr>
            <a:xfrm>
              <a:off x="5568368" y="2838089"/>
              <a:ext cx="128588" cy="288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150C58DC-3A14-4CE9-A74B-D5198AA75F2D}"/>
                </a:ext>
              </a:extLst>
            </p:cNvPr>
            <p:cNvSpPr/>
            <p:nvPr/>
          </p:nvSpPr>
          <p:spPr>
            <a:xfrm rot="10800000">
              <a:off x="5297025" y="1811655"/>
              <a:ext cx="221271" cy="809624"/>
            </a:xfrm>
            <a:prstGeom prst="trapezoid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1872209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EE6C88-095B-44B4-B01E-B812BF31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862668-A380-4026-AAC7-8706B435D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721203-EE35-46D3-8B8E-93A1A0F406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05574"/>
            <a:ext cx="12192000" cy="1359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0F598E-8E19-491D-BC55-EA906BDB06D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9028"/>
            <a:ext cx="12192000" cy="1366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D4D5B7-763B-4611-8D3F-27D3D8EBAE2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80606"/>
            <a:ext cx="12192000" cy="1359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C9FF03-1914-438D-90D7-C1518BD764B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14060"/>
            <a:ext cx="12192000" cy="136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E7FCE0-2C33-4B5B-9B65-8710BC1E5C89}"/>
              </a:ext>
            </a:extLst>
          </p:cNvPr>
          <p:cNvSpPr txBox="1"/>
          <p:nvPr/>
        </p:nvSpPr>
        <p:spPr>
          <a:xfrm>
            <a:off x="50800" y="176477"/>
            <a:ext cx="318998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0.00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793A5-AAB6-4326-933A-B01BF6EA90AE}"/>
              </a:ext>
            </a:extLst>
          </p:cNvPr>
          <p:cNvSpPr txBox="1"/>
          <p:nvPr/>
        </p:nvSpPr>
        <p:spPr>
          <a:xfrm>
            <a:off x="10893669" y="176477"/>
            <a:ext cx="410369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30.00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717D9D-4E46-490E-897C-F6BFA0836033}"/>
              </a:ext>
            </a:extLst>
          </p:cNvPr>
          <p:cNvSpPr txBox="1"/>
          <p:nvPr/>
        </p:nvSpPr>
        <p:spPr>
          <a:xfrm>
            <a:off x="5497739" y="176477"/>
            <a:ext cx="410369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15.00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EA2B9-DC4E-4513-91FE-6A04589CCAE4}"/>
              </a:ext>
            </a:extLst>
          </p:cNvPr>
          <p:cNvSpPr txBox="1"/>
          <p:nvPr/>
        </p:nvSpPr>
        <p:spPr>
          <a:xfrm>
            <a:off x="6846722" y="176477"/>
            <a:ext cx="410369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18.75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29CCB1-6572-4BC0-8D5C-8075B2B378EE}"/>
              </a:ext>
            </a:extLst>
          </p:cNvPr>
          <p:cNvSpPr txBox="1"/>
          <p:nvPr/>
        </p:nvSpPr>
        <p:spPr>
          <a:xfrm>
            <a:off x="8195705" y="176477"/>
            <a:ext cx="410369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22.50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B972AC-FB44-4920-9CDC-5AFEC467F0AD}"/>
              </a:ext>
            </a:extLst>
          </p:cNvPr>
          <p:cNvSpPr txBox="1"/>
          <p:nvPr/>
        </p:nvSpPr>
        <p:spPr>
          <a:xfrm>
            <a:off x="9544688" y="176477"/>
            <a:ext cx="410369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26.25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540360-9372-4871-96D5-6B90A9FC6781}"/>
              </a:ext>
            </a:extLst>
          </p:cNvPr>
          <p:cNvSpPr txBox="1"/>
          <p:nvPr/>
        </p:nvSpPr>
        <p:spPr>
          <a:xfrm>
            <a:off x="1431602" y="176477"/>
            <a:ext cx="318998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3.75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F61AD-816F-4BD0-A069-E9F6E30A8FFF}"/>
              </a:ext>
            </a:extLst>
          </p:cNvPr>
          <p:cNvSpPr txBox="1"/>
          <p:nvPr/>
        </p:nvSpPr>
        <p:spPr>
          <a:xfrm>
            <a:off x="2812404" y="176477"/>
            <a:ext cx="318998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7.50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68D74-E4B6-4722-B512-E345889A98BC}"/>
              </a:ext>
            </a:extLst>
          </p:cNvPr>
          <p:cNvSpPr txBox="1"/>
          <p:nvPr/>
        </p:nvSpPr>
        <p:spPr>
          <a:xfrm>
            <a:off x="4148756" y="176477"/>
            <a:ext cx="410369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NL" sz="1400" dirty="0">
                <a:solidFill>
                  <a:schemeClr val="accent2">
                    <a:lumMod val="75000"/>
                  </a:schemeClr>
                </a:solidFill>
              </a:rPr>
              <a:t>11.25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F32BC9-9A9D-4613-B401-5DEA5C046D60}"/>
              </a:ext>
            </a:extLst>
          </p:cNvPr>
          <p:cNvSpPr txBox="1"/>
          <p:nvPr/>
        </p:nvSpPr>
        <p:spPr>
          <a:xfrm>
            <a:off x="22530" y="4995940"/>
            <a:ext cx="54213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C16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E8251-6DDA-46EA-AC69-FDDA35A66883}"/>
              </a:ext>
            </a:extLst>
          </p:cNvPr>
          <p:cNvSpPr txBox="1"/>
          <p:nvPr/>
        </p:nvSpPr>
        <p:spPr>
          <a:xfrm>
            <a:off x="58849" y="1600857"/>
            <a:ext cx="42511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489E55-30BE-4130-82B5-E13F966C2801}"/>
              </a:ext>
            </a:extLst>
          </p:cNvPr>
          <p:cNvSpPr txBox="1"/>
          <p:nvPr/>
        </p:nvSpPr>
        <p:spPr>
          <a:xfrm>
            <a:off x="107466" y="3303565"/>
            <a:ext cx="2565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5 g / 100 ml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Ecosurf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EH-3</a:t>
            </a:r>
            <a:endParaRPr lang="en-NL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69CB28-6E9C-4491-8BA7-9A742A8BAA28}"/>
              </a:ext>
            </a:extLst>
          </p:cNvPr>
          <p:cNvSpPr txBox="1"/>
          <p:nvPr/>
        </p:nvSpPr>
        <p:spPr>
          <a:xfrm>
            <a:off x="11170029" y="-1826"/>
            <a:ext cx="1032334" cy="215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g/100mL NaCl</a:t>
            </a:r>
            <a:endParaRPr lang="en-NL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96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0C4F-E881-4155-BB11-01A4E8A8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  <a:endParaRPr lang="en-NL" dirty="0"/>
          </a:p>
        </p:txBody>
      </p:sp>
      <p:pic>
        <p:nvPicPr>
          <p:cNvPr id="1026" name="Picture 2" descr="OT-2 Robot">
            <a:extLst>
              <a:ext uri="{FF2B5EF4-FFF2-40B4-BE49-F238E27FC236}">
                <a16:creationId xmlns:a16="http://schemas.microsoft.com/office/drawing/2014/main" id="{02316AE4-9F05-4155-B6B5-854EAD5426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675" y="2162969"/>
            <a:ext cx="36766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CD29FEA-84ED-47B3-AC3E-44975F2660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987005"/>
            <a:ext cx="5181600" cy="40285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47F7C8-4C99-44BB-A055-1B705E210F1D}"/>
              </a:ext>
            </a:extLst>
          </p:cNvPr>
          <p:cNvSpPr txBox="1"/>
          <p:nvPr/>
        </p:nvSpPr>
        <p:spPr>
          <a:xfrm>
            <a:off x="2975370" y="5988733"/>
            <a:ext cx="6241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Format of API commands depend on OT-2 software version!!!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Updating OT-2 software might mean breaking </a:t>
            </a:r>
            <a:r>
              <a:rPr lang="en-US" dirty="0" err="1">
                <a:solidFill>
                  <a:schemeClr val="accent2"/>
                </a:solidFill>
              </a:rPr>
              <a:t>hld-ift</a:t>
            </a:r>
            <a:r>
              <a:rPr lang="en-US" dirty="0">
                <a:solidFill>
                  <a:schemeClr val="accent2"/>
                </a:solidFill>
              </a:rPr>
              <a:t> scripts …</a:t>
            </a:r>
            <a:endParaRPr lang="en-NL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1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F88B-D5C0-4858-AB37-FDB58150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scripts on command line</a:t>
            </a:r>
            <a:endParaRPr lang="en-NL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A89721-4B2E-479C-8990-432D785E8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2674" t="27873" r="61679" b="51452"/>
          <a:stretch/>
        </p:blipFill>
        <p:spPr>
          <a:xfrm>
            <a:off x="1402080" y="1493519"/>
            <a:ext cx="6751320" cy="1600201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6D3244CF-8259-49CB-A606-46F703B264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74" t="45496" r="73258" b="51550"/>
          <a:stretch/>
        </p:blipFill>
        <p:spPr>
          <a:xfrm>
            <a:off x="2712720" y="3649981"/>
            <a:ext cx="3703320" cy="228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B61B99A-EA58-4E16-97DE-0C4BC216FD46}"/>
              </a:ext>
            </a:extLst>
          </p:cNvPr>
          <p:cNvSpPr/>
          <p:nvPr/>
        </p:nvSpPr>
        <p:spPr>
          <a:xfrm>
            <a:off x="3451860" y="3916679"/>
            <a:ext cx="365760" cy="45719"/>
          </a:xfrm>
          <a:prstGeom prst="rect">
            <a:avLst/>
          </a:prstGeom>
          <a:solidFill>
            <a:schemeClr val="accent1"/>
          </a:solidFill>
          <a:ln>
            <a:solidFill>
              <a:srgbClr val="4C6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EDB0B-4ED9-4E9F-A260-24551154EBD7}"/>
              </a:ext>
            </a:extLst>
          </p:cNvPr>
          <p:cNvSpPr/>
          <p:nvPr/>
        </p:nvSpPr>
        <p:spPr>
          <a:xfrm>
            <a:off x="3817620" y="4000496"/>
            <a:ext cx="1935480" cy="4571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B6734D-D3E8-4B06-9FDA-49DF36A173DB}"/>
              </a:ext>
            </a:extLst>
          </p:cNvPr>
          <p:cNvSpPr/>
          <p:nvPr/>
        </p:nvSpPr>
        <p:spPr>
          <a:xfrm>
            <a:off x="5852160" y="3920485"/>
            <a:ext cx="495300" cy="4571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51E569-E25A-494E-A838-C6BAF6647BEB}"/>
              </a:ext>
            </a:extLst>
          </p:cNvPr>
          <p:cNvSpPr/>
          <p:nvPr/>
        </p:nvSpPr>
        <p:spPr>
          <a:xfrm>
            <a:off x="1219200" y="4777740"/>
            <a:ext cx="154686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Call python language</a:t>
            </a:r>
            <a:endParaRPr lang="en-NL" sz="1200" dirty="0">
              <a:solidFill>
                <a:schemeClr val="accent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5D501-F0A5-4DDC-815B-3A251DF500F0}"/>
              </a:ext>
            </a:extLst>
          </p:cNvPr>
          <p:cNvCxnSpPr>
            <a:cxnSpLocks/>
            <a:stCxn id="13" idx="0"/>
            <a:endCxn id="8" idx="2"/>
          </p:cNvCxnSpPr>
          <p:nvPr/>
        </p:nvCxnSpPr>
        <p:spPr>
          <a:xfrm flipV="1">
            <a:off x="1992630" y="3962398"/>
            <a:ext cx="1642110" cy="81534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22D66EB-0FEF-4CBF-9815-3BDF1DB18F50}"/>
              </a:ext>
            </a:extLst>
          </p:cNvPr>
          <p:cNvSpPr/>
          <p:nvPr/>
        </p:nvSpPr>
        <p:spPr>
          <a:xfrm>
            <a:off x="3817620" y="4914900"/>
            <a:ext cx="154686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2"/>
                </a:solidFill>
              </a:rPr>
              <a:t>Specify script to call</a:t>
            </a:r>
            <a:endParaRPr lang="en-NL" sz="1200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C750C8-C818-4F97-BBE6-5157E7B176D5}"/>
              </a:ext>
            </a:extLst>
          </p:cNvPr>
          <p:cNvSpPr/>
          <p:nvPr/>
        </p:nvSpPr>
        <p:spPr>
          <a:xfrm>
            <a:off x="5741670" y="4678679"/>
            <a:ext cx="2682242" cy="32766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Extra parameters</a:t>
            </a:r>
          </a:p>
          <a:p>
            <a:pPr algn="ctr"/>
            <a:r>
              <a:rPr lang="en-US" sz="1200" dirty="0">
                <a:solidFill>
                  <a:schemeClr val="accent6"/>
                </a:solidFill>
              </a:rPr>
              <a:t> (mostly a file with extra parameters)</a:t>
            </a:r>
            <a:endParaRPr lang="en-NL" sz="1200" dirty="0">
              <a:solidFill>
                <a:schemeClr val="accent6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F5DF12-485F-4D4E-A3A6-1655C4C8192E}"/>
              </a:ext>
            </a:extLst>
          </p:cNvPr>
          <p:cNvCxnSpPr>
            <a:cxnSpLocks/>
            <a:stCxn id="18" idx="0"/>
            <a:endCxn id="11" idx="2"/>
          </p:cNvCxnSpPr>
          <p:nvPr/>
        </p:nvCxnSpPr>
        <p:spPr>
          <a:xfrm flipV="1">
            <a:off x="4591050" y="4046215"/>
            <a:ext cx="194310" cy="868685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CCDDF4-FC87-4E3F-B595-6D5DB6925DF3}"/>
              </a:ext>
            </a:extLst>
          </p:cNvPr>
          <p:cNvCxnSpPr>
            <a:cxnSpLocks/>
            <a:stCxn id="19" idx="0"/>
            <a:endCxn id="12" idx="2"/>
          </p:cNvCxnSpPr>
          <p:nvPr/>
        </p:nvCxnSpPr>
        <p:spPr>
          <a:xfrm flipH="1" flipV="1">
            <a:off x="6099810" y="3966204"/>
            <a:ext cx="982981" cy="712475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27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B2ED47-8CFA-4A15-8CAB-E3626666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Direct 2D HLD-IFT scan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5C72-E073-4453-B4EC-1C080B503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4820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BC9A15-2654-453F-9391-268245B0E6F2}"/>
                </a:ext>
              </a:extLst>
            </p:cNvPr>
            <p:cNvGrpSpPr/>
            <p:nvPr/>
          </p:nvGrpSpPr>
          <p:grpSpPr>
            <a:xfrm>
              <a:off x="10356584" y="1929711"/>
              <a:ext cx="1203060" cy="1824102"/>
              <a:chOff x="838200" y="4286242"/>
              <a:chExt cx="1203060" cy="182410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A8553-386C-4678-9C05-86AE41F51301}"/>
                  </a:ext>
                </a:extLst>
              </p:cNvPr>
              <p:cNvSpPr/>
              <p:nvPr/>
            </p:nvSpPr>
            <p:spPr>
              <a:xfrm>
                <a:off x="1471104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7B55EC4-0412-45D5-93C3-41507794DCF3}"/>
                  </a:ext>
                </a:extLst>
              </p:cNvPr>
              <p:cNvSpPr/>
              <p:nvPr/>
            </p:nvSpPr>
            <p:spPr>
              <a:xfrm>
                <a:off x="838200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E9EA02-0296-4A14-8CD5-11E0A5314AD8}"/>
                  </a:ext>
                </a:extLst>
              </p:cNvPr>
              <p:cNvSpPr txBox="1"/>
              <p:nvPr/>
            </p:nvSpPr>
            <p:spPr>
              <a:xfrm>
                <a:off x="1004943" y="4286242"/>
                <a:ext cx="8915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Inner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64A693E-2C92-41D2-94B1-9BAE8F1D3FD6}"/>
              </a:ext>
            </a:extLst>
          </p:cNvPr>
          <p:cNvSpPr/>
          <p:nvPr/>
        </p:nvSpPr>
        <p:spPr>
          <a:xfrm>
            <a:off x="5141154" y="5245606"/>
            <a:ext cx="252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8AA034-EC6B-4C45-933D-CC4A54ED262B}"/>
              </a:ext>
            </a:extLst>
          </p:cNvPr>
          <p:cNvSpPr/>
          <p:nvPr/>
        </p:nvSpPr>
        <p:spPr>
          <a:xfrm>
            <a:off x="5686496" y="5245606"/>
            <a:ext cx="252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82D76C-CDDD-4723-8450-19A092EB0653}"/>
              </a:ext>
            </a:extLst>
          </p:cNvPr>
          <p:cNvSpPr/>
          <p:nvPr/>
        </p:nvSpPr>
        <p:spPr>
          <a:xfrm>
            <a:off x="6210485" y="5245606"/>
            <a:ext cx="252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1C1713-FE4B-4DD4-B5C0-3A7B1F6E7922}"/>
              </a:ext>
            </a:extLst>
          </p:cNvPr>
          <p:cNvSpPr/>
          <p:nvPr/>
        </p:nvSpPr>
        <p:spPr>
          <a:xfrm>
            <a:off x="6734474" y="5245606"/>
            <a:ext cx="252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25FEB7-AC21-41E8-B931-FB67492BDAFE}"/>
              </a:ext>
            </a:extLst>
          </p:cNvPr>
          <p:cNvSpPr/>
          <p:nvPr/>
        </p:nvSpPr>
        <p:spPr>
          <a:xfrm>
            <a:off x="7279816" y="5245606"/>
            <a:ext cx="252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5009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BC9A15-2654-453F-9391-268245B0E6F2}"/>
                </a:ext>
              </a:extLst>
            </p:cNvPr>
            <p:cNvGrpSpPr/>
            <p:nvPr/>
          </p:nvGrpSpPr>
          <p:grpSpPr>
            <a:xfrm>
              <a:off x="10356584" y="1929711"/>
              <a:ext cx="1203060" cy="1824102"/>
              <a:chOff x="838200" y="4286242"/>
              <a:chExt cx="1203060" cy="182410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A8553-386C-4678-9C05-86AE41F51301}"/>
                  </a:ext>
                </a:extLst>
              </p:cNvPr>
              <p:cNvSpPr/>
              <p:nvPr/>
            </p:nvSpPr>
            <p:spPr>
              <a:xfrm>
                <a:off x="1471104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7B55EC4-0412-45D5-93C3-41507794DCF3}"/>
                  </a:ext>
                </a:extLst>
              </p:cNvPr>
              <p:cNvSpPr/>
              <p:nvPr/>
            </p:nvSpPr>
            <p:spPr>
              <a:xfrm>
                <a:off x="838200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E9EA02-0296-4A14-8CD5-11E0A5314AD8}"/>
                  </a:ext>
                </a:extLst>
              </p:cNvPr>
              <p:cNvSpPr txBox="1"/>
              <p:nvPr/>
            </p:nvSpPr>
            <p:spPr>
              <a:xfrm>
                <a:off x="1004943" y="4286242"/>
                <a:ext cx="8915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Inner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64A693E-2C92-41D2-94B1-9BAE8F1D3FD6}"/>
              </a:ext>
            </a:extLst>
          </p:cNvPr>
          <p:cNvSpPr/>
          <p:nvPr/>
        </p:nvSpPr>
        <p:spPr>
          <a:xfrm>
            <a:off x="5141154" y="5245606"/>
            <a:ext cx="252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8AA034-EC6B-4C45-933D-CC4A54ED262B}"/>
              </a:ext>
            </a:extLst>
          </p:cNvPr>
          <p:cNvSpPr/>
          <p:nvPr/>
        </p:nvSpPr>
        <p:spPr>
          <a:xfrm>
            <a:off x="5686496" y="5245606"/>
            <a:ext cx="252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82D76C-CDDD-4723-8450-19A092EB0653}"/>
              </a:ext>
            </a:extLst>
          </p:cNvPr>
          <p:cNvSpPr/>
          <p:nvPr/>
        </p:nvSpPr>
        <p:spPr>
          <a:xfrm>
            <a:off x="6210485" y="5245606"/>
            <a:ext cx="252000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1C1713-FE4B-4DD4-B5C0-3A7B1F6E7922}"/>
              </a:ext>
            </a:extLst>
          </p:cNvPr>
          <p:cNvSpPr/>
          <p:nvPr/>
        </p:nvSpPr>
        <p:spPr>
          <a:xfrm>
            <a:off x="6734474" y="5245606"/>
            <a:ext cx="252000" cy="720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25FEB7-AC21-41E8-B931-FB67492BDAFE}"/>
              </a:ext>
            </a:extLst>
          </p:cNvPr>
          <p:cNvSpPr/>
          <p:nvPr/>
        </p:nvSpPr>
        <p:spPr>
          <a:xfrm>
            <a:off x="7279816" y="5245606"/>
            <a:ext cx="25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DD2A39-F4F9-4A28-B744-138584A2C788}"/>
              </a:ext>
            </a:extLst>
          </p:cNvPr>
          <p:cNvCxnSpPr/>
          <p:nvPr/>
        </p:nvCxnSpPr>
        <p:spPr>
          <a:xfrm flipH="1">
            <a:off x="6462485" y="2955202"/>
            <a:ext cx="4483305" cy="2290404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5B641B9-EB08-43D2-9957-2AF45B053453}"/>
              </a:ext>
            </a:extLst>
          </p:cNvPr>
          <p:cNvSpPr txBox="1"/>
          <p:nvPr/>
        </p:nvSpPr>
        <p:spPr>
          <a:xfrm>
            <a:off x="8236385" y="3579129"/>
            <a:ext cx="1971052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Mix all combinations of </a:t>
            </a: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inner phase</a:t>
            </a:r>
            <a:endParaRPr lang="en-NL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841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BC9A15-2654-453F-9391-268245B0E6F2}"/>
                </a:ext>
              </a:extLst>
            </p:cNvPr>
            <p:cNvGrpSpPr/>
            <p:nvPr/>
          </p:nvGrpSpPr>
          <p:grpSpPr>
            <a:xfrm>
              <a:off x="10356584" y="1929711"/>
              <a:ext cx="1203060" cy="1824102"/>
              <a:chOff x="838200" y="4286242"/>
              <a:chExt cx="1203060" cy="182410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A8553-386C-4678-9C05-86AE41F51301}"/>
                  </a:ext>
                </a:extLst>
              </p:cNvPr>
              <p:cNvSpPr/>
              <p:nvPr/>
            </p:nvSpPr>
            <p:spPr>
              <a:xfrm>
                <a:off x="1471104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7B55EC4-0412-45D5-93C3-41507794DCF3}"/>
                  </a:ext>
                </a:extLst>
              </p:cNvPr>
              <p:cNvSpPr/>
              <p:nvPr/>
            </p:nvSpPr>
            <p:spPr>
              <a:xfrm>
                <a:off x="838200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E9EA02-0296-4A14-8CD5-11E0A5314AD8}"/>
                  </a:ext>
                </a:extLst>
              </p:cNvPr>
              <p:cNvSpPr txBox="1"/>
              <p:nvPr/>
            </p:nvSpPr>
            <p:spPr>
              <a:xfrm>
                <a:off x="1004943" y="4286242"/>
                <a:ext cx="8915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Inner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64A693E-2C92-41D2-94B1-9BAE8F1D3FD6}"/>
              </a:ext>
            </a:extLst>
          </p:cNvPr>
          <p:cNvSpPr/>
          <p:nvPr/>
        </p:nvSpPr>
        <p:spPr>
          <a:xfrm>
            <a:off x="5141154" y="5245606"/>
            <a:ext cx="252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8AA034-EC6B-4C45-933D-CC4A54ED262B}"/>
              </a:ext>
            </a:extLst>
          </p:cNvPr>
          <p:cNvSpPr/>
          <p:nvPr/>
        </p:nvSpPr>
        <p:spPr>
          <a:xfrm>
            <a:off x="5686496" y="5245606"/>
            <a:ext cx="252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82D76C-CDDD-4723-8450-19A092EB0653}"/>
              </a:ext>
            </a:extLst>
          </p:cNvPr>
          <p:cNvSpPr/>
          <p:nvPr/>
        </p:nvSpPr>
        <p:spPr>
          <a:xfrm>
            <a:off x="6210485" y="5245606"/>
            <a:ext cx="252000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1C1713-FE4B-4DD4-B5C0-3A7B1F6E7922}"/>
              </a:ext>
            </a:extLst>
          </p:cNvPr>
          <p:cNvSpPr/>
          <p:nvPr/>
        </p:nvSpPr>
        <p:spPr>
          <a:xfrm>
            <a:off x="6734474" y="5245606"/>
            <a:ext cx="252000" cy="720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25FEB7-AC21-41E8-B931-FB67492BDAFE}"/>
              </a:ext>
            </a:extLst>
          </p:cNvPr>
          <p:cNvSpPr/>
          <p:nvPr/>
        </p:nvSpPr>
        <p:spPr>
          <a:xfrm>
            <a:off x="7279816" y="5245606"/>
            <a:ext cx="25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9CD8846-B2A5-47E3-AC17-7B950E0199DB}"/>
              </a:ext>
            </a:extLst>
          </p:cNvPr>
          <p:cNvGrpSpPr/>
          <p:nvPr/>
        </p:nvGrpSpPr>
        <p:grpSpPr>
          <a:xfrm>
            <a:off x="674877" y="200025"/>
            <a:ext cx="1716526" cy="3619431"/>
            <a:chOff x="674877" y="200025"/>
            <a:chExt cx="1716526" cy="361943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85A099-8C50-4B9A-A009-A167677A03DD}"/>
                </a:ext>
              </a:extLst>
            </p:cNvPr>
            <p:cNvSpPr/>
            <p:nvPr/>
          </p:nvSpPr>
          <p:spPr>
            <a:xfrm>
              <a:off x="674877" y="200025"/>
              <a:ext cx="171652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8653428-0C1A-4181-AB20-DB9ABC38807E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Scan_001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6F25955-ED65-42A2-A725-E65E7D1F3538}"/>
                </a:ext>
              </a:extLst>
            </p:cNvPr>
            <p:cNvSpPr/>
            <p:nvPr/>
          </p:nvSpPr>
          <p:spPr>
            <a:xfrm>
              <a:off x="16461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2F477A-348B-4628-84A8-B5A884F5D51D}"/>
                </a:ext>
              </a:extLst>
            </p:cNvPr>
            <p:cNvSpPr/>
            <p:nvPr/>
          </p:nvSpPr>
          <p:spPr>
            <a:xfrm>
              <a:off x="16461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07F5F78-4CA0-426D-A4F6-8C6D73FAE70C}"/>
                </a:ext>
              </a:extLst>
            </p:cNvPr>
            <p:cNvSpPr/>
            <p:nvPr/>
          </p:nvSpPr>
          <p:spPr>
            <a:xfrm>
              <a:off x="1646163" y="1684289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1A1E9FC-4F2A-4DEA-A4EB-50A4854BFF6A}"/>
                </a:ext>
              </a:extLst>
            </p:cNvPr>
            <p:cNvSpPr/>
            <p:nvPr/>
          </p:nvSpPr>
          <p:spPr>
            <a:xfrm>
              <a:off x="1646163" y="1020356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DCEF76E-CCB8-43F1-AAE5-88F56996877E}"/>
                </a:ext>
              </a:extLst>
            </p:cNvPr>
            <p:cNvSpPr/>
            <p:nvPr/>
          </p:nvSpPr>
          <p:spPr>
            <a:xfrm>
              <a:off x="1646163" y="356423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223FC4C-3661-4526-B8A2-0D3EDF340243}"/>
                </a:ext>
              </a:extLst>
            </p:cNvPr>
            <p:cNvSpPr/>
            <p:nvPr/>
          </p:nvSpPr>
          <p:spPr>
            <a:xfrm>
              <a:off x="1790163" y="509302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5A093BF-7742-4411-ACBF-2BDF481AE95F}"/>
                </a:ext>
              </a:extLst>
            </p:cNvPr>
            <p:cNvSpPr/>
            <p:nvPr/>
          </p:nvSpPr>
          <p:spPr>
            <a:xfrm>
              <a:off x="1790163" y="1174740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4150D2C-FF63-4618-B1BA-A246314D1D94}"/>
                </a:ext>
              </a:extLst>
            </p:cNvPr>
            <p:cNvSpPr/>
            <p:nvPr/>
          </p:nvSpPr>
          <p:spPr>
            <a:xfrm>
              <a:off x="1790163" y="1840178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BFA697D-539A-4051-A6C8-FADD54C0CAC5}"/>
                </a:ext>
              </a:extLst>
            </p:cNvPr>
            <p:cNvSpPr/>
            <p:nvPr/>
          </p:nvSpPr>
          <p:spPr>
            <a:xfrm>
              <a:off x="1790163" y="2505616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F5D1520-9BC7-4890-B074-51A8EBE115A7}"/>
                </a:ext>
              </a:extLst>
            </p:cNvPr>
            <p:cNvSpPr/>
            <p:nvPr/>
          </p:nvSpPr>
          <p:spPr>
            <a:xfrm>
              <a:off x="17901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156C672-3CFB-49D4-A435-83BE3436C34B}"/>
                </a:ext>
              </a:extLst>
            </p:cNvPr>
            <p:cNvSpPr txBox="1"/>
            <p:nvPr/>
          </p:nvSpPr>
          <p:spPr>
            <a:xfrm>
              <a:off x="688124" y="518214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5DCFC38-2C58-452D-BE76-D85B6236ADC0}"/>
                </a:ext>
              </a:extLst>
            </p:cNvPr>
            <p:cNvSpPr txBox="1"/>
            <p:nvPr/>
          </p:nvSpPr>
          <p:spPr>
            <a:xfrm>
              <a:off x="678857" y="1176026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conc_0.02500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07A8128-AD83-4484-AAB1-853E43EAD13C}"/>
                </a:ext>
              </a:extLst>
            </p:cNvPr>
            <p:cNvSpPr txBox="1"/>
            <p:nvPr/>
          </p:nvSpPr>
          <p:spPr>
            <a:xfrm>
              <a:off x="678857" y="183569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conc_0.50000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497FA46-C83F-4C9C-BCBB-440BDB46C8FB}"/>
                </a:ext>
              </a:extLst>
            </p:cNvPr>
            <p:cNvSpPr txBox="1"/>
            <p:nvPr/>
          </p:nvSpPr>
          <p:spPr>
            <a:xfrm>
              <a:off x="718242" y="2503091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conc_0.75000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46D3C96-EDA0-484D-BC4C-9F4D4FF46117}"/>
                </a:ext>
              </a:extLst>
            </p:cNvPr>
            <p:cNvSpPr txBox="1"/>
            <p:nvPr/>
          </p:nvSpPr>
          <p:spPr>
            <a:xfrm>
              <a:off x="699976" y="315984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conc_1.00000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5E497B0-DB22-446D-8353-10C88921B03E}"/>
              </a:ext>
            </a:extLst>
          </p:cNvPr>
          <p:cNvCxnSpPr>
            <a:cxnSpLocks/>
            <a:stCxn id="7" idx="3"/>
            <a:endCxn id="35" idx="3"/>
          </p:cNvCxnSpPr>
          <p:nvPr/>
        </p:nvCxnSpPr>
        <p:spPr>
          <a:xfrm flipH="1" flipV="1">
            <a:off x="2391403" y="2007910"/>
            <a:ext cx="7096618" cy="22375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8F432B3-53F5-45D6-A77A-F1358A3CBCB1}"/>
              </a:ext>
            </a:extLst>
          </p:cNvPr>
          <p:cNvSpPr txBox="1"/>
          <p:nvPr/>
        </p:nvSpPr>
        <p:spPr>
          <a:xfrm>
            <a:off x="4005772" y="1757487"/>
            <a:ext cx="3110275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Mix 1</a:t>
            </a:r>
            <a:r>
              <a:rPr lang="en-US" sz="1400" b="1" baseline="30000" dirty="0">
                <a:solidFill>
                  <a:schemeClr val="accent1">
                    <a:lumMod val="75000"/>
                  </a:schemeClr>
                </a:solidFill>
              </a:rPr>
              <a:t>st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 outer liquid in a cuvette</a:t>
            </a:r>
          </a:p>
          <a:p>
            <a:pPr marL="342900" indent="-342900">
              <a:buAutoNum type="arabicPeriod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Test dripping w/ all inner solutions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E07D450-011C-4C60-834F-50660A8735F7}"/>
              </a:ext>
            </a:extLst>
          </p:cNvPr>
          <p:cNvCxnSpPr>
            <a:cxnSpLocks/>
            <a:stCxn id="32" idx="0"/>
            <a:endCxn id="35" idx="3"/>
          </p:cNvCxnSpPr>
          <p:nvPr/>
        </p:nvCxnSpPr>
        <p:spPr>
          <a:xfrm flipH="1" flipV="1">
            <a:off x="2391403" y="2007910"/>
            <a:ext cx="3945082" cy="3237696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626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BC9A15-2654-453F-9391-268245B0E6F2}"/>
                </a:ext>
              </a:extLst>
            </p:cNvPr>
            <p:cNvGrpSpPr/>
            <p:nvPr/>
          </p:nvGrpSpPr>
          <p:grpSpPr>
            <a:xfrm>
              <a:off x="10356584" y="1929711"/>
              <a:ext cx="1203060" cy="1824102"/>
              <a:chOff x="838200" y="4286242"/>
              <a:chExt cx="1203060" cy="182410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A8553-386C-4678-9C05-86AE41F51301}"/>
                  </a:ext>
                </a:extLst>
              </p:cNvPr>
              <p:cNvSpPr/>
              <p:nvPr/>
            </p:nvSpPr>
            <p:spPr>
              <a:xfrm>
                <a:off x="1471104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7B55EC4-0412-45D5-93C3-41507794DCF3}"/>
                  </a:ext>
                </a:extLst>
              </p:cNvPr>
              <p:cNvSpPr/>
              <p:nvPr/>
            </p:nvSpPr>
            <p:spPr>
              <a:xfrm>
                <a:off x="838200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E9EA02-0296-4A14-8CD5-11E0A5314AD8}"/>
                  </a:ext>
                </a:extLst>
              </p:cNvPr>
              <p:cNvSpPr txBox="1"/>
              <p:nvPr/>
            </p:nvSpPr>
            <p:spPr>
              <a:xfrm>
                <a:off x="1004943" y="4286242"/>
                <a:ext cx="8915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Inner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64A693E-2C92-41D2-94B1-9BAE8F1D3FD6}"/>
              </a:ext>
            </a:extLst>
          </p:cNvPr>
          <p:cNvSpPr/>
          <p:nvPr/>
        </p:nvSpPr>
        <p:spPr>
          <a:xfrm>
            <a:off x="5141154" y="5245606"/>
            <a:ext cx="252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8AA034-EC6B-4C45-933D-CC4A54ED262B}"/>
              </a:ext>
            </a:extLst>
          </p:cNvPr>
          <p:cNvSpPr/>
          <p:nvPr/>
        </p:nvSpPr>
        <p:spPr>
          <a:xfrm>
            <a:off x="5686496" y="5245606"/>
            <a:ext cx="252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82D76C-CDDD-4723-8450-19A092EB0653}"/>
              </a:ext>
            </a:extLst>
          </p:cNvPr>
          <p:cNvSpPr/>
          <p:nvPr/>
        </p:nvSpPr>
        <p:spPr>
          <a:xfrm>
            <a:off x="6210485" y="5245606"/>
            <a:ext cx="252000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1C1713-FE4B-4DD4-B5C0-3A7B1F6E7922}"/>
              </a:ext>
            </a:extLst>
          </p:cNvPr>
          <p:cNvSpPr/>
          <p:nvPr/>
        </p:nvSpPr>
        <p:spPr>
          <a:xfrm>
            <a:off x="6734474" y="5245606"/>
            <a:ext cx="252000" cy="720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25FEB7-AC21-41E8-B931-FB67492BDAFE}"/>
              </a:ext>
            </a:extLst>
          </p:cNvPr>
          <p:cNvSpPr/>
          <p:nvPr/>
        </p:nvSpPr>
        <p:spPr>
          <a:xfrm>
            <a:off x="7279816" y="5245606"/>
            <a:ext cx="25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9CD8846-B2A5-47E3-AC17-7B950E0199DB}"/>
              </a:ext>
            </a:extLst>
          </p:cNvPr>
          <p:cNvGrpSpPr/>
          <p:nvPr/>
        </p:nvGrpSpPr>
        <p:grpSpPr>
          <a:xfrm>
            <a:off x="674877" y="200025"/>
            <a:ext cx="1716526" cy="3619431"/>
            <a:chOff x="674877" y="200025"/>
            <a:chExt cx="1716526" cy="361943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85A099-8C50-4B9A-A009-A167677A03DD}"/>
                </a:ext>
              </a:extLst>
            </p:cNvPr>
            <p:cNvSpPr/>
            <p:nvPr/>
          </p:nvSpPr>
          <p:spPr>
            <a:xfrm>
              <a:off x="674877" y="200025"/>
              <a:ext cx="171652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8653428-0C1A-4181-AB20-DB9ABC38807E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Scan_001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6F25955-ED65-42A2-A725-E65E7D1F3538}"/>
                </a:ext>
              </a:extLst>
            </p:cNvPr>
            <p:cNvSpPr/>
            <p:nvPr/>
          </p:nvSpPr>
          <p:spPr>
            <a:xfrm>
              <a:off x="16461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2F477A-348B-4628-84A8-B5A884F5D51D}"/>
                </a:ext>
              </a:extLst>
            </p:cNvPr>
            <p:cNvSpPr/>
            <p:nvPr/>
          </p:nvSpPr>
          <p:spPr>
            <a:xfrm>
              <a:off x="16461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07F5F78-4CA0-426D-A4F6-8C6D73FAE70C}"/>
                </a:ext>
              </a:extLst>
            </p:cNvPr>
            <p:cNvSpPr/>
            <p:nvPr/>
          </p:nvSpPr>
          <p:spPr>
            <a:xfrm>
              <a:off x="1646163" y="1684289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1A1E9FC-4F2A-4DEA-A4EB-50A4854BFF6A}"/>
                </a:ext>
              </a:extLst>
            </p:cNvPr>
            <p:cNvSpPr/>
            <p:nvPr/>
          </p:nvSpPr>
          <p:spPr>
            <a:xfrm>
              <a:off x="1646163" y="1020356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DCEF76E-CCB8-43F1-AAE5-88F56996877E}"/>
                </a:ext>
              </a:extLst>
            </p:cNvPr>
            <p:cNvSpPr/>
            <p:nvPr/>
          </p:nvSpPr>
          <p:spPr>
            <a:xfrm>
              <a:off x="1646163" y="356423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223FC4C-3661-4526-B8A2-0D3EDF340243}"/>
                </a:ext>
              </a:extLst>
            </p:cNvPr>
            <p:cNvSpPr/>
            <p:nvPr/>
          </p:nvSpPr>
          <p:spPr>
            <a:xfrm>
              <a:off x="1790163" y="509302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5A093BF-7742-4411-ACBF-2BDF481AE95F}"/>
                </a:ext>
              </a:extLst>
            </p:cNvPr>
            <p:cNvSpPr/>
            <p:nvPr/>
          </p:nvSpPr>
          <p:spPr>
            <a:xfrm>
              <a:off x="1790163" y="1174740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4150D2C-FF63-4618-B1BA-A246314D1D94}"/>
                </a:ext>
              </a:extLst>
            </p:cNvPr>
            <p:cNvSpPr/>
            <p:nvPr/>
          </p:nvSpPr>
          <p:spPr>
            <a:xfrm>
              <a:off x="1790163" y="1840178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BFA697D-539A-4051-A6C8-FADD54C0CAC5}"/>
                </a:ext>
              </a:extLst>
            </p:cNvPr>
            <p:cNvSpPr/>
            <p:nvPr/>
          </p:nvSpPr>
          <p:spPr>
            <a:xfrm>
              <a:off x="1790163" y="2505616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F5D1520-9BC7-4890-B074-51A8EBE115A7}"/>
                </a:ext>
              </a:extLst>
            </p:cNvPr>
            <p:cNvSpPr/>
            <p:nvPr/>
          </p:nvSpPr>
          <p:spPr>
            <a:xfrm>
              <a:off x="17901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156C672-3CFB-49D4-A435-83BE3436C34B}"/>
                </a:ext>
              </a:extLst>
            </p:cNvPr>
            <p:cNvSpPr txBox="1"/>
            <p:nvPr/>
          </p:nvSpPr>
          <p:spPr>
            <a:xfrm>
              <a:off x="688124" y="518214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5DCFC38-2C58-452D-BE76-D85B6236ADC0}"/>
                </a:ext>
              </a:extLst>
            </p:cNvPr>
            <p:cNvSpPr txBox="1"/>
            <p:nvPr/>
          </p:nvSpPr>
          <p:spPr>
            <a:xfrm>
              <a:off x="678857" y="1176026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conc_0.02500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07A8128-AD83-4484-AAB1-853E43EAD13C}"/>
                </a:ext>
              </a:extLst>
            </p:cNvPr>
            <p:cNvSpPr txBox="1"/>
            <p:nvPr/>
          </p:nvSpPr>
          <p:spPr>
            <a:xfrm>
              <a:off x="678857" y="183569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conc_0.50000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497FA46-C83F-4C9C-BCBB-440BDB46C8FB}"/>
                </a:ext>
              </a:extLst>
            </p:cNvPr>
            <p:cNvSpPr txBox="1"/>
            <p:nvPr/>
          </p:nvSpPr>
          <p:spPr>
            <a:xfrm>
              <a:off x="718242" y="2503091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conc_0.75000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46D3C96-EDA0-484D-BC4C-9F4D4FF46117}"/>
                </a:ext>
              </a:extLst>
            </p:cNvPr>
            <p:cNvSpPr txBox="1"/>
            <p:nvPr/>
          </p:nvSpPr>
          <p:spPr>
            <a:xfrm>
              <a:off x="699976" y="315984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conc_1.00000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4C399B9-3BBD-41B4-A296-A355C5F0D6DE}"/>
              </a:ext>
            </a:extLst>
          </p:cNvPr>
          <p:cNvGrpSpPr/>
          <p:nvPr/>
        </p:nvGrpSpPr>
        <p:grpSpPr>
          <a:xfrm>
            <a:off x="2553328" y="200025"/>
            <a:ext cx="937206" cy="3615770"/>
            <a:chOff x="2553328" y="200025"/>
            <a:chExt cx="937206" cy="361577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B744B9-C87B-465E-9DED-D5189BFD089A}"/>
                </a:ext>
              </a:extLst>
            </p:cNvPr>
            <p:cNvSpPr/>
            <p:nvPr/>
          </p:nvSpPr>
          <p:spPr>
            <a:xfrm>
              <a:off x="2766089" y="3012154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FB4D77E-F147-4E04-BE7D-EB09A8BD57C1}"/>
                </a:ext>
              </a:extLst>
            </p:cNvPr>
            <p:cNvSpPr/>
            <p:nvPr/>
          </p:nvSpPr>
          <p:spPr>
            <a:xfrm>
              <a:off x="2766089" y="2348222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D79735D-4E34-4B4C-8011-28B9D52AC215}"/>
                </a:ext>
              </a:extLst>
            </p:cNvPr>
            <p:cNvSpPr/>
            <p:nvPr/>
          </p:nvSpPr>
          <p:spPr>
            <a:xfrm>
              <a:off x="2766089" y="1684289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281F107-CBDF-4885-ABD3-725C30D5A25C}"/>
                </a:ext>
              </a:extLst>
            </p:cNvPr>
            <p:cNvSpPr/>
            <p:nvPr/>
          </p:nvSpPr>
          <p:spPr>
            <a:xfrm>
              <a:off x="2766089" y="1020356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609249B-1D4E-414D-B4B8-B6A3BAC2D28D}"/>
                </a:ext>
              </a:extLst>
            </p:cNvPr>
            <p:cNvSpPr/>
            <p:nvPr/>
          </p:nvSpPr>
          <p:spPr>
            <a:xfrm>
              <a:off x="2766089" y="356423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5F253D-9104-4C03-9F0A-E039CD6F496C}"/>
                </a:ext>
              </a:extLst>
            </p:cNvPr>
            <p:cNvSpPr/>
            <p:nvPr/>
          </p:nvSpPr>
          <p:spPr>
            <a:xfrm>
              <a:off x="2910089" y="509302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D246ACC-9711-41EC-916E-C4CCA4537482}"/>
                </a:ext>
              </a:extLst>
            </p:cNvPr>
            <p:cNvSpPr/>
            <p:nvPr/>
          </p:nvSpPr>
          <p:spPr>
            <a:xfrm>
              <a:off x="2910089" y="1174740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57B8C57-0C0F-45F6-ACF6-C5AA3F8682F5}"/>
                </a:ext>
              </a:extLst>
            </p:cNvPr>
            <p:cNvSpPr/>
            <p:nvPr/>
          </p:nvSpPr>
          <p:spPr>
            <a:xfrm>
              <a:off x="2910089" y="1840178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5DA7BCC-C5FC-4FBC-A0C3-E20D6A6E28DA}"/>
                </a:ext>
              </a:extLst>
            </p:cNvPr>
            <p:cNvSpPr/>
            <p:nvPr/>
          </p:nvSpPr>
          <p:spPr>
            <a:xfrm>
              <a:off x="2910089" y="2505616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54FF0D9-25C2-4B04-81AD-3BFCC53FB782}"/>
                </a:ext>
              </a:extLst>
            </p:cNvPr>
            <p:cNvSpPr/>
            <p:nvPr/>
          </p:nvSpPr>
          <p:spPr>
            <a:xfrm>
              <a:off x="2910089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90A6B76-6755-4B30-BF34-46B7667ADF67}"/>
                </a:ext>
              </a:extLst>
            </p:cNvPr>
            <p:cNvSpPr/>
            <p:nvPr/>
          </p:nvSpPr>
          <p:spPr>
            <a:xfrm>
              <a:off x="2553328" y="200025"/>
              <a:ext cx="93720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5B6D1EE-29E8-44D6-9AEF-F3E136B6F43E}"/>
                </a:ext>
              </a:extLst>
            </p:cNvPr>
            <p:cNvSpPr txBox="1"/>
            <p:nvPr/>
          </p:nvSpPr>
          <p:spPr>
            <a:xfrm>
              <a:off x="2562852" y="3557846"/>
              <a:ext cx="7772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Scan_002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045AF7A-9441-4C79-AFEE-0C3790BEA861}"/>
              </a:ext>
            </a:extLst>
          </p:cNvPr>
          <p:cNvGrpSpPr/>
          <p:nvPr/>
        </p:nvGrpSpPr>
        <p:grpSpPr>
          <a:xfrm>
            <a:off x="3629174" y="195992"/>
            <a:ext cx="937206" cy="3615770"/>
            <a:chOff x="3629174" y="195992"/>
            <a:chExt cx="937206" cy="361577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192408C-4687-47AB-AA9B-CA3C64396AA5}"/>
                </a:ext>
              </a:extLst>
            </p:cNvPr>
            <p:cNvSpPr/>
            <p:nvPr/>
          </p:nvSpPr>
          <p:spPr>
            <a:xfrm>
              <a:off x="3838390" y="3012154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B6C4976-31FE-473C-9B3E-95D42B899C1F}"/>
                </a:ext>
              </a:extLst>
            </p:cNvPr>
            <p:cNvSpPr/>
            <p:nvPr/>
          </p:nvSpPr>
          <p:spPr>
            <a:xfrm>
              <a:off x="3838390" y="2348222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E7CBB26-B5C2-4CB4-958A-5254055709AC}"/>
                </a:ext>
              </a:extLst>
            </p:cNvPr>
            <p:cNvSpPr/>
            <p:nvPr/>
          </p:nvSpPr>
          <p:spPr>
            <a:xfrm>
              <a:off x="3838390" y="1684289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4599913-5A42-477B-829D-BE5817C1C858}"/>
                </a:ext>
              </a:extLst>
            </p:cNvPr>
            <p:cNvSpPr/>
            <p:nvPr/>
          </p:nvSpPr>
          <p:spPr>
            <a:xfrm>
              <a:off x="3838390" y="1020356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9D2DEB2-61B1-4DBA-BA27-B7D822D6AF82}"/>
                </a:ext>
              </a:extLst>
            </p:cNvPr>
            <p:cNvSpPr/>
            <p:nvPr/>
          </p:nvSpPr>
          <p:spPr>
            <a:xfrm>
              <a:off x="3838390" y="356423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E61E265-E988-441F-9E98-706A5CD2EAAC}"/>
                </a:ext>
              </a:extLst>
            </p:cNvPr>
            <p:cNvSpPr/>
            <p:nvPr/>
          </p:nvSpPr>
          <p:spPr>
            <a:xfrm>
              <a:off x="3982390" y="509302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E961E8A-6303-4CC0-9731-C13B2FA821B5}"/>
                </a:ext>
              </a:extLst>
            </p:cNvPr>
            <p:cNvSpPr/>
            <p:nvPr/>
          </p:nvSpPr>
          <p:spPr>
            <a:xfrm>
              <a:off x="3982390" y="1174740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DC8A7DE-871F-42C9-8DE8-48F24F851116}"/>
                </a:ext>
              </a:extLst>
            </p:cNvPr>
            <p:cNvSpPr/>
            <p:nvPr/>
          </p:nvSpPr>
          <p:spPr>
            <a:xfrm>
              <a:off x="3982390" y="1840178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1F1F3E5-571B-446A-BDB7-86E20B2543AB}"/>
                </a:ext>
              </a:extLst>
            </p:cNvPr>
            <p:cNvSpPr/>
            <p:nvPr/>
          </p:nvSpPr>
          <p:spPr>
            <a:xfrm>
              <a:off x="3982390" y="2505616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53C8A180-D255-42BC-9CA3-261BE0DF9CB5}"/>
                </a:ext>
              </a:extLst>
            </p:cNvPr>
            <p:cNvSpPr/>
            <p:nvPr/>
          </p:nvSpPr>
          <p:spPr>
            <a:xfrm>
              <a:off x="3982390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438CFCB-1D35-4236-B7A0-B7A9228FE23B}"/>
                </a:ext>
              </a:extLst>
            </p:cNvPr>
            <p:cNvSpPr/>
            <p:nvPr/>
          </p:nvSpPr>
          <p:spPr>
            <a:xfrm>
              <a:off x="3629174" y="195992"/>
              <a:ext cx="93720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7655369-78E8-4332-AD03-7CB1E644537E}"/>
                </a:ext>
              </a:extLst>
            </p:cNvPr>
            <p:cNvSpPr txBox="1"/>
            <p:nvPr/>
          </p:nvSpPr>
          <p:spPr>
            <a:xfrm>
              <a:off x="3638698" y="3553813"/>
              <a:ext cx="7772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Scan_003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C17D3FF-95D5-4B81-B0B0-5B44806CBE7E}"/>
              </a:ext>
            </a:extLst>
          </p:cNvPr>
          <p:cNvGrpSpPr/>
          <p:nvPr/>
        </p:nvGrpSpPr>
        <p:grpSpPr>
          <a:xfrm>
            <a:off x="4716301" y="200025"/>
            <a:ext cx="937206" cy="3615770"/>
            <a:chOff x="4716301" y="200025"/>
            <a:chExt cx="937206" cy="361577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C399239-59A8-40ED-9436-B7BCCC0B1654}"/>
                </a:ext>
              </a:extLst>
            </p:cNvPr>
            <p:cNvSpPr/>
            <p:nvPr/>
          </p:nvSpPr>
          <p:spPr>
            <a:xfrm>
              <a:off x="4910691" y="3012154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8723D1E-E4B5-4A56-9E55-2E6A9787E223}"/>
                </a:ext>
              </a:extLst>
            </p:cNvPr>
            <p:cNvSpPr/>
            <p:nvPr/>
          </p:nvSpPr>
          <p:spPr>
            <a:xfrm>
              <a:off x="4910691" y="2348222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14C388A-EDE1-4F32-AF33-DBCDCDE58D08}"/>
                </a:ext>
              </a:extLst>
            </p:cNvPr>
            <p:cNvSpPr/>
            <p:nvPr/>
          </p:nvSpPr>
          <p:spPr>
            <a:xfrm>
              <a:off x="4910691" y="1684289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79BF025-57CB-42CE-8B13-5D6B6E0DCE6C}"/>
                </a:ext>
              </a:extLst>
            </p:cNvPr>
            <p:cNvSpPr/>
            <p:nvPr/>
          </p:nvSpPr>
          <p:spPr>
            <a:xfrm>
              <a:off x="4910691" y="1020356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54A708D-EF40-4DE1-B56D-AAB836058C67}"/>
                </a:ext>
              </a:extLst>
            </p:cNvPr>
            <p:cNvSpPr/>
            <p:nvPr/>
          </p:nvSpPr>
          <p:spPr>
            <a:xfrm>
              <a:off x="4910691" y="356423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1F26B63-6B6B-42F9-82C2-8565AC885817}"/>
                </a:ext>
              </a:extLst>
            </p:cNvPr>
            <p:cNvSpPr/>
            <p:nvPr/>
          </p:nvSpPr>
          <p:spPr>
            <a:xfrm>
              <a:off x="5054691" y="495908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2296E66-11F2-4E2D-AF43-F5DA1524DCD7}"/>
                </a:ext>
              </a:extLst>
            </p:cNvPr>
            <p:cNvSpPr/>
            <p:nvPr/>
          </p:nvSpPr>
          <p:spPr>
            <a:xfrm>
              <a:off x="5054691" y="1161346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3EFDB09-08AB-4CFC-B406-309B8D74AD6A}"/>
                </a:ext>
              </a:extLst>
            </p:cNvPr>
            <p:cNvSpPr/>
            <p:nvPr/>
          </p:nvSpPr>
          <p:spPr>
            <a:xfrm>
              <a:off x="5054691" y="1826784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35AD8A6-6D2A-4B80-84F4-DE8C32F7A197}"/>
                </a:ext>
              </a:extLst>
            </p:cNvPr>
            <p:cNvSpPr/>
            <p:nvPr/>
          </p:nvSpPr>
          <p:spPr>
            <a:xfrm>
              <a:off x="5054691" y="2492222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9126CCE-C4C0-4E91-8DEB-B97173208C24}"/>
                </a:ext>
              </a:extLst>
            </p:cNvPr>
            <p:cNvSpPr/>
            <p:nvPr/>
          </p:nvSpPr>
          <p:spPr>
            <a:xfrm>
              <a:off x="5054691" y="3157660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2B0DC79-345A-4566-B21A-B30D3D7F31E3}"/>
                </a:ext>
              </a:extLst>
            </p:cNvPr>
            <p:cNvSpPr/>
            <p:nvPr/>
          </p:nvSpPr>
          <p:spPr>
            <a:xfrm>
              <a:off x="4716301" y="200025"/>
              <a:ext cx="93720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75429C2-0001-4DE9-8A28-D567883ED671}"/>
                </a:ext>
              </a:extLst>
            </p:cNvPr>
            <p:cNvSpPr txBox="1"/>
            <p:nvPr/>
          </p:nvSpPr>
          <p:spPr>
            <a:xfrm>
              <a:off x="4725825" y="3557846"/>
              <a:ext cx="7772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Scan_004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6E42DC52-CDB7-4C48-A96E-974EC28946C7}"/>
              </a:ext>
            </a:extLst>
          </p:cNvPr>
          <p:cNvSpPr txBox="1"/>
          <p:nvPr/>
        </p:nvSpPr>
        <p:spPr>
          <a:xfrm>
            <a:off x="5513439" y="1916512"/>
            <a:ext cx="3059556" cy="3077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Repeat until all combination are done</a:t>
            </a:r>
          </a:p>
        </p:txBody>
      </p:sp>
    </p:spTree>
    <p:extLst>
      <p:ext uri="{BB962C8B-B14F-4D97-AF65-F5344CB8AC3E}">
        <p14:creationId xmlns:p14="http://schemas.microsoft.com/office/powerpoint/2010/main" val="61647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BC9A15-2654-453F-9391-268245B0E6F2}"/>
                </a:ext>
              </a:extLst>
            </p:cNvPr>
            <p:cNvGrpSpPr/>
            <p:nvPr/>
          </p:nvGrpSpPr>
          <p:grpSpPr>
            <a:xfrm>
              <a:off x="10356584" y="1929711"/>
              <a:ext cx="1203060" cy="1824102"/>
              <a:chOff x="838200" y="4286242"/>
              <a:chExt cx="1203060" cy="182410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A8553-386C-4678-9C05-86AE41F51301}"/>
                  </a:ext>
                </a:extLst>
              </p:cNvPr>
              <p:cNvSpPr/>
              <p:nvPr/>
            </p:nvSpPr>
            <p:spPr>
              <a:xfrm>
                <a:off x="1471104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7B55EC4-0412-45D5-93C3-41507794DCF3}"/>
                  </a:ext>
                </a:extLst>
              </p:cNvPr>
              <p:cNvSpPr/>
              <p:nvPr/>
            </p:nvSpPr>
            <p:spPr>
              <a:xfrm>
                <a:off x="838200" y="4561243"/>
                <a:ext cx="570156" cy="15491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E9EA02-0296-4A14-8CD5-11E0A5314AD8}"/>
                  </a:ext>
                </a:extLst>
              </p:cNvPr>
              <p:cNvSpPr txBox="1"/>
              <p:nvPr/>
            </p:nvSpPr>
            <p:spPr>
              <a:xfrm>
                <a:off x="1004943" y="4286242"/>
                <a:ext cx="8915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Inner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64A693E-2C92-41D2-94B1-9BAE8F1D3FD6}"/>
              </a:ext>
            </a:extLst>
          </p:cNvPr>
          <p:cNvSpPr/>
          <p:nvPr/>
        </p:nvSpPr>
        <p:spPr>
          <a:xfrm>
            <a:off x="5141154" y="5245606"/>
            <a:ext cx="252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8AA034-EC6B-4C45-933D-CC4A54ED262B}"/>
              </a:ext>
            </a:extLst>
          </p:cNvPr>
          <p:cNvSpPr/>
          <p:nvPr/>
        </p:nvSpPr>
        <p:spPr>
          <a:xfrm>
            <a:off x="5686496" y="5245606"/>
            <a:ext cx="252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82D76C-CDDD-4723-8450-19A092EB0653}"/>
              </a:ext>
            </a:extLst>
          </p:cNvPr>
          <p:cNvSpPr/>
          <p:nvPr/>
        </p:nvSpPr>
        <p:spPr>
          <a:xfrm>
            <a:off x="6210485" y="5245606"/>
            <a:ext cx="252000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1C1713-FE4B-4DD4-B5C0-3A7B1F6E7922}"/>
              </a:ext>
            </a:extLst>
          </p:cNvPr>
          <p:cNvSpPr/>
          <p:nvPr/>
        </p:nvSpPr>
        <p:spPr>
          <a:xfrm>
            <a:off x="6734474" y="5245606"/>
            <a:ext cx="252000" cy="720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25FEB7-AC21-41E8-B931-FB67492BDAFE}"/>
              </a:ext>
            </a:extLst>
          </p:cNvPr>
          <p:cNvSpPr/>
          <p:nvPr/>
        </p:nvSpPr>
        <p:spPr>
          <a:xfrm>
            <a:off x="7279816" y="5245606"/>
            <a:ext cx="25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9CD8846-B2A5-47E3-AC17-7B950E0199DB}"/>
              </a:ext>
            </a:extLst>
          </p:cNvPr>
          <p:cNvGrpSpPr/>
          <p:nvPr/>
        </p:nvGrpSpPr>
        <p:grpSpPr>
          <a:xfrm>
            <a:off x="674877" y="200025"/>
            <a:ext cx="1716526" cy="3619431"/>
            <a:chOff x="674877" y="200025"/>
            <a:chExt cx="1716526" cy="361943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85A099-8C50-4B9A-A009-A167677A03DD}"/>
                </a:ext>
              </a:extLst>
            </p:cNvPr>
            <p:cNvSpPr/>
            <p:nvPr/>
          </p:nvSpPr>
          <p:spPr>
            <a:xfrm>
              <a:off x="674877" y="200025"/>
              <a:ext cx="171652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8653428-0C1A-4181-AB20-DB9ABC38807E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Scan_001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6F25955-ED65-42A2-A725-E65E7D1F3538}"/>
                </a:ext>
              </a:extLst>
            </p:cNvPr>
            <p:cNvSpPr/>
            <p:nvPr/>
          </p:nvSpPr>
          <p:spPr>
            <a:xfrm>
              <a:off x="16461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2F477A-348B-4628-84A8-B5A884F5D51D}"/>
                </a:ext>
              </a:extLst>
            </p:cNvPr>
            <p:cNvSpPr/>
            <p:nvPr/>
          </p:nvSpPr>
          <p:spPr>
            <a:xfrm>
              <a:off x="16461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07F5F78-4CA0-426D-A4F6-8C6D73FAE70C}"/>
                </a:ext>
              </a:extLst>
            </p:cNvPr>
            <p:cNvSpPr/>
            <p:nvPr/>
          </p:nvSpPr>
          <p:spPr>
            <a:xfrm>
              <a:off x="1646163" y="1684289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1A1E9FC-4F2A-4DEA-A4EB-50A4854BFF6A}"/>
                </a:ext>
              </a:extLst>
            </p:cNvPr>
            <p:cNvSpPr/>
            <p:nvPr/>
          </p:nvSpPr>
          <p:spPr>
            <a:xfrm>
              <a:off x="1646163" y="1020356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DCEF76E-CCB8-43F1-AAE5-88F56996877E}"/>
                </a:ext>
              </a:extLst>
            </p:cNvPr>
            <p:cNvSpPr/>
            <p:nvPr/>
          </p:nvSpPr>
          <p:spPr>
            <a:xfrm>
              <a:off x="1646163" y="356423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223FC4C-3661-4526-B8A2-0D3EDF340243}"/>
                </a:ext>
              </a:extLst>
            </p:cNvPr>
            <p:cNvSpPr/>
            <p:nvPr/>
          </p:nvSpPr>
          <p:spPr>
            <a:xfrm>
              <a:off x="1790163" y="509302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5A093BF-7742-4411-ACBF-2BDF481AE95F}"/>
                </a:ext>
              </a:extLst>
            </p:cNvPr>
            <p:cNvSpPr/>
            <p:nvPr/>
          </p:nvSpPr>
          <p:spPr>
            <a:xfrm>
              <a:off x="1790163" y="1174740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4150D2C-FF63-4618-B1BA-A246314D1D94}"/>
                </a:ext>
              </a:extLst>
            </p:cNvPr>
            <p:cNvSpPr/>
            <p:nvPr/>
          </p:nvSpPr>
          <p:spPr>
            <a:xfrm>
              <a:off x="1790163" y="1840178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BFA697D-539A-4051-A6C8-FADD54C0CAC5}"/>
                </a:ext>
              </a:extLst>
            </p:cNvPr>
            <p:cNvSpPr/>
            <p:nvPr/>
          </p:nvSpPr>
          <p:spPr>
            <a:xfrm>
              <a:off x="1790163" y="2505616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F5D1520-9BC7-4890-B074-51A8EBE115A7}"/>
                </a:ext>
              </a:extLst>
            </p:cNvPr>
            <p:cNvSpPr/>
            <p:nvPr/>
          </p:nvSpPr>
          <p:spPr>
            <a:xfrm>
              <a:off x="17901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156C672-3CFB-49D4-A435-83BE3436C34B}"/>
                </a:ext>
              </a:extLst>
            </p:cNvPr>
            <p:cNvSpPr txBox="1"/>
            <p:nvPr/>
          </p:nvSpPr>
          <p:spPr>
            <a:xfrm>
              <a:off x="688124" y="518214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5DCFC38-2C58-452D-BE76-D85B6236ADC0}"/>
                </a:ext>
              </a:extLst>
            </p:cNvPr>
            <p:cNvSpPr txBox="1"/>
            <p:nvPr/>
          </p:nvSpPr>
          <p:spPr>
            <a:xfrm>
              <a:off x="678857" y="1176026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conc_0.02500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07A8128-AD83-4484-AAB1-853E43EAD13C}"/>
                </a:ext>
              </a:extLst>
            </p:cNvPr>
            <p:cNvSpPr txBox="1"/>
            <p:nvPr/>
          </p:nvSpPr>
          <p:spPr>
            <a:xfrm>
              <a:off x="678857" y="183569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conc_0.50000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497FA46-C83F-4C9C-BCBB-440BDB46C8FB}"/>
                </a:ext>
              </a:extLst>
            </p:cNvPr>
            <p:cNvSpPr txBox="1"/>
            <p:nvPr/>
          </p:nvSpPr>
          <p:spPr>
            <a:xfrm>
              <a:off x="718242" y="2503091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conc_0.75000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46D3C96-EDA0-484D-BC4C-9F4D4FF46117}"/>
                </a:ext>
              </a:extLst>
            </p:cNvPr>
            <p:cNvSpPr txBox="1"/>
            <p:nvPr/>
          </p:nvSpPr>
          <p:spPr>
            <a:xfrm>
              <a:off x="699976" y="315984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conc_1.00000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4C399B9-3BBD-41B4-A296-A355C5F0D6DE}"/>
              </a:ext>
            </a:extLst>
          </p:cNvPr>
          <p:cNvGrpSpPr/>
          <p:nvPr/>
        </p:nvGrpSpPr>
        <p:grpSpPr>
          <a:xfrm>
            <a:off x="2553328" y="200025"/>
            <a:ext cx="937206" cy="3615770"/>
            <a:chOff x="2553328" y="200025"/>
            <a:chExt cx="937206" cy="361577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B744B9-C87B-465E-9DED-D5189BFD089A}"/>
                </a:ext>
              </a:extLst>
            </p:cNvPr>
            <p:cNvSpPr/>
            <p:nvPr/>
          </p:nvSpPr>
          <p:spPr>
            <a:xfrm>
              <a:off x="2766089" y="3012154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FB4D77E-F147-4E04-BE7D-EB09A8BD57C1}"/>
                </a:ext>
              </a:extLst>
            </p:cNvPr>
            <p:cNvSpPr/>
            <p:nvPr/>
          </p:nvSpPr>
          <p:spPr>
            <a:xfrm>
              <a:off x="2766089" y="2348222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D79735D-4E34-4B4C-8011-28B9D52AC215}"/>
                </a:ext>
              </a:extLst>
            </p:cNvPr>
            <p:cNvSpPr/>
            <p:nvPr/>
          </p:nvSpPr>
          <p:spPr>
            <a:xfrm>
              <a:off x="2766089" y="1684289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281F107-CBDF-4885-ABD3-725C30D5A25C}"/>
                </a:ext>
              </a:extLst>
            </p:cNvPr>
            <p:cNvSpPr/>
            <p:nvPr/>
          </p:nvSpPr>
          <p:spPr>
            <a:xfrm>
              <a:off x="2766089" y="1020356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609249B-1D4E-414D-B4B8-B6A3BAC2D28D}"/>
                </a:ext>
              </a:extLst>
            </p:cNvPr>
            <p:cNvSpPr/>
            <p:nvPr/>
          </p:nvSpPr>
          <p:spPr>
            <a:xfrm>
              <a:off x="2766089" y="356423"/>
              <a:ext cx="540000" cy="54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5F253D-9104-4C03-9F0A-E039CD6F496C}"/>
                </a:ext>
              </a:extLst>
            </p:cNvPr>
            <p:cNvSpPr/>
            <p:nvPr/>
          </p:nvSpPr>
          <p:spPr>
            <a:xfrm>
              <a:off x="2910089" y="509302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D246ACC-9711-41EC-916E-C4CCA4537482}"/>
                </a:ext>
              </a:extLst>
            </p:cNvPr>
            <p:cNvSpPr/>
            <p:nvPr/>
          </p:nvSpPr>
          <p:spPr>
            <a:xfrm>
              <a:off x="2910089" y="1174740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57B8C57-0C0F-45F6-ACF6-C5AA3F8682F5}"/>
                </a:ext>
              </a:extLst>
            </p:cNvPr>
            <p:cNvSpPr/>
            <p:nvPr/>
          </p:nvSpPr>
          <p:spPr>
            <a:xfrm>
              <a:off x="2910089" y="1840178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5DA7BCC-C5FC-4FBC-A0C3-E20D6A6E28DA}"/>
                </a:ext>
              </a:extLst>
            </p:cNvPr>
            <p:cNvSpPr/>
            <p:nvPr/>
          </p:nvSpPr>
          <p:spPr>
            <a:xfrm>
              <a:off x="2910089" y="2505616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54FF0D9-25C2-4B04-81AD-3BFCC53FB782}"/>
                </a:ext>
              </a:extLst>
            </p:cNvPr>
            <p:cNvSpPr/>
            <p:nvPr/>
          </p:nvSpPr>
          <p:spPr>
            <a:xfrm>
              <a:off x="2910089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90A6B76-6755-4B30-BF34-46B7667ADF67}"/>
                </a:ext>
              </a:extLst>
            </p:cNvPr>
            <p:cNvSpPr/>
            <p:nvPr/>
          </p:nvSpPr>
          <p:spPr>
            <a:xfrm>
              <a:off x="2553328" y="200025"/>
              <a:ext cx="93720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5B6D1EE-29E8-44D6-9AEF-F3E136B6F43E}"/>
                </a:ext>
              </a:extLst>
            </p:cNvPr>
            <p:cNvSpPr txBox="1"/>
            <p:nvPr/>
          </p:nvSpPr>
          <p:spPr>
            <a:xfrm>
              <a:off x="2562852" y="3557846"/>
              <a:ext cx="7772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Scan_002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045AF7A-9441-4C79-AFEE-0C3790BEA861}"/>
              </a:ext>
            </a:extLst>
          </p:cNvPr>
          <p:cNvGrpSpPr/>
          <p:nvPr/>
        </p:nvGrpSpPr>
        <p:grpSpPr>
          <a:xfrm>
            <a:off x="3629174" y="195992"/>
            <a:ext cx="937206" cy="3615770"/>
            <a:chOff x="3629174" y="195992"/>
            <a:chExt cx="937206" cy="361577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192408C-4687-47AB-AA9B-CA3C64396AA5}"/>
                </a:ext>
              </a:extLst>
            </p:cNvPr>
            <p:cNvSpPr/>
            <p:nvPr/>
          </p:nvSpPr>
          <p:spPr>
            <a:xfrm>
              <a:off x="3838390" y="3012154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B6C4976-31FE-473C-9B3E-95D42B899C1F}"/>
                </a:ext>
              </a:extLst>
            </p:cNvPr>
            <p:cNvSpPr/>
            <p:nvPr/>
          </p:nvSpPr>
          <p:spPr>
            <a:xfrm>
              <a:off x="3838390" y="2348222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E7CBB26-B5C2-4CB4-958A-5254055709AC}"/>
                </a:ext>
              </a:extLst>
            </p:cNvPr>
            <p:cNvSpPr/>
            <p:nvPr/>
          </p:nvSpPr>
          <p:spPr>
            <a:xfrm>
              <a:off x="3838390" y="1684289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4599913-5A42-477B-829D-BE5817C1C858}"/>
                </a:ext>
              </a:extLst>
            </p:cNvPr>
            <p:cNvSpPr/>
            <p:nvPr/>
          </p:nvSpPr>
          <p:spPr>
            <a:xfrm>
              <a:off x="3838390" y="1020356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9D2DEB2-61B1-4DBA-BA27-B7D822D6AF82}"/>
                </a:ext>
              </a:extLst>
            </p:cNvPr>
            <p:cNvSpPr/>
            <p:nvPr/>
          </p:nvSpPr>
          <p:spPr>
            <a:xfrm>
              <a:off x="3838390" y="356423"/>
              <a:ext cx="540000" cy="5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E61E265-E988-441F-9E98-706A5CD2EAAC}"/>
                </a:ext>
              </a:extLst>
            </p:cNvPr>
            <p:cNvSpPr/>
            <p:nvPr/>
          </p:nvSpPr>
          <p:spPr>
            <a:xfrm>
              <a:off x="3982390" y="509302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E961E8A-6303-4CC0-9731-C13B2FA821B5}"/>
                </a:ext>
              </a:extLst>
            </p:cNvPr>
            <p:cNvSpPr/>
            <p:nvPr/>
          </p:nvSpPr>
          <p:spPr>
            <a:xfrm>
              <a:off x="3982390" y="1174740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DC8A7DE-871F-42C9-8DE8-48F24F851116}"/>
                </a:ext>
              </a:extLst>
            </p:cNvPr>
            <p:cNvSpPr/>
            <p:nvPr/>
          </p:nvSpPr>
          <p:spPr>
            <a:xfrm>
              <a:off x="3982390" y="1840178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1F1F3E5-571B-446A-BDB7-86E20B2543AB}"/>
                </a:ext>
              </a:extLst>
            </p:cNvPr>
            <p:cNvSpPr/>
            <p:nvPr/>
          </p:nvSpPr>
          <p:spPr>
            <a:xfrm>
              <a:off x="3982390" y="2505616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53C8A180-D255-42BC-9CA3-261BE0DF9CB5}"/>
                </a:ext>
              </a:extLst>
            </p:cNvPr>
            <p:cNvSpPr/>
            <p:nvPr/>
          </p:nvSpPr>
          <p:spPr>
            <a:xfrm>
              <a:off x="3982390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438CFCB-1D35-4236-B7A0-B7A9228FE23B}"/>
                </a:ext>
              </a:extLst>
            </p:cNvPr>
            <p:cNvSpPr/>
            <p:nvPr/>
          </p:nvSpPr>
          <p:spPr>
            <a:xfrm>
              <a:off x="3629174" y="195992"/>
              <a:ext cx="93720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7655369-78E8-4332-AD03-7CB1E644537E}"/>
                </a:ext>
              </a:extLst>
            </p:cNvPr>
            <p:cNvSpPr txBox="1"/>
            <p:nvPr/>
          </p:nvSpPr>
          <p:spPr>
            <a:xfrm>
              <a:off x="3638698" y="3553813"/>
              <a:ext cx="7772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Scan_003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C17D3FF-95D5-4B81-B0B0-5B44806CBE7E}"/>
              </a:ext>
            </a:extLst>
          </p:cNvPr>
          <p:cNvGrpSpPr/>
          <p:nvPr/>
        </p:nvGrpSpPr>
        <p:grpSpPr>
          <a:xfrm>
            <a:off x="4716301" y="200025"/>
            <a:ext cx="937206" cy="3615770"/>
            <a:chOff x="4716301" y="200025"/>
            <a:chExt cx="937206" cy="361577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C399239-59A8-40ED-9436-B7BCCC0B1654}"/>
                </a:ext>
              </a:extLst>
            </p:cNvPr>
            <p:cNvSpPr/>
            <p:nvPr/>
          </p:nvSpPr>
          <p:spPr>
            <a:xfrm>
              <a:off x="4910691" y="3012154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8723D1E-E4B5-4A56-9E55-2E6A9787E223}"/>
                </a:ext>
              </a:extLst>
            </p:cNvPr>
            <p:cNvSpPr/>
            <p:nvPr/>
          </p:nvSpPr>
          <p:spPr>
            <a:xfrm>
              <a:off x="4910691" y="2348222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14C388A-EDE1-4F32-AF33-DBCDCDE58D08}"/>
                </a:ext>
              </a:extLst>
            </p:cNvPr>
            <p:cNvSpPr/>
            <p:nvPr/>
          </p:nvSpPr>
          <p:spPr>
            <a:xfrm>
              <a:off x="4910691" y="1684289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79BF025-57CB-42CE-8B13-5D6B6E0DCE6C}"/>
                </a:ext>
              </a:extLst>
            </p:cNvPr>
            <p:cNvSpPr/>
            <p:nvPr/>
          </p:nvSpPr>
          <p:spPr>
            <a:xfrm>
              <a:off x="4910691" y="1020356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54A708D-EF40-4DE1-B56D-AAB836058C67}"/>
                </a:ext>
              </a:extLst>
            </p:cNvPr>
            <p:cNvSpPr/>
            <p:nvPr/>
          </p:nvSpPr>
          <p:spPr>
            <a:xfrm>
              <a:off x="4910691" y="356423"/>
              <a:ext cx="540000" cy="54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1F26B63-6B6B-42F9-82C2-8565AC885817}"/>
                </a:ext>
              </a:extLst>
            </p:cNvPr>
            <p:cNvSpPr/>
            <p:nvPr/>
          </p:nvSpPr>
          <p:spPr>
            <a:xfrm>
              <a:off x="5054691" y="495908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2296E66-11F2-4E2D-AF43-F5DA1524DCD7}"/>
                </a:ext>
              </a:extLst>
            </p:cNvPr>
            <p:cNvSpPr/>
            <p:nvPr/>
          </p:nvSpPr>
          <p:spPr>
            <a:xfrm>
              <a:off x="5054691" y="1161346"/>
              <a:ext cx="252000" cy="252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3EFDB09-08AB-4CFC-B406-309B8D74AD6A}"/>
                </a:ext>
              </a:extLst>
            </p:cNvPr>
            <p:cNvSpPr/>
            <p:nvPr/>
          </p:nvSpPr>
          <p:spPr>
            <a:xfrm>
              <a:off x="5054691" y="1826784"/>
              <a:ext cx="252000" cy="25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35AD8A6-6D2A-4B80-84F4-DE8C32F7A197}"/>
                </a:ext>
              </a:extLst>
            </p:cNvPr>
            <p:cNvSpPr/>
            <p:nvPr/>
          </p:nvSpPr>
          <p:spPr>
            <a:xfrm>
              <a:off x="5054691" y="2492222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9126CCE-C4C0-4E91-8DEB-B97173208C24}"/>
                </a:ext>
              </a:extLst>
            </p:cNvPr>
            <p:cNvSpPr/>
            <p:nvPr/>
          </p:nvSpPr>
          <p:spPr>
            <a:xfrm>
              <a:off x="5054691" y="3157660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2B0DC79-345A-4566-B21A-B30D3D7F31E3}"/>
                </a:ext>
              </a:extLst>
            </p:cNvPr>
            <p:cNvSpPr/>
            <p:nvPr/>
          </p:nvSpPr>
          <p:spPr>
            <a:xfrm>
              <a:off x="4716301" y="200025"/>
              <a:ext cx="937206" cy="361577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75429C2-0001-4DE9-8A28-D567883ED671}"/>
                </a:ext>
              </a:extLst>
            </p:cNvPr>
            <p:cNvSpPr txBox="1"/>
            <p:nvPr/>
          </p:nvSpPr>
          <p:spPr>
            <a:xfrm>
              <a:off x="4725825" y="3557846"/>
              <a:ext cx="77720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Scan_004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342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6A6E-F22A-4649-8E38-32E9E097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experiment data</a:t>
            </a:r>
            <a:endParaRPr lang="en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034656-3815-4DA3-80ED-42F8686B1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3" y="2035628"/>
            <a:ext cx="10210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42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BFB92B-DCCA-4B55-995E-3A929ACC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SOW experiment for `uncharacterized` surfactant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DD921-1F9E-4C1E-8D35-18D6E88D7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682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3CD96E-1F9F-4CAD-8ECD-10752721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workflow: surfactant characterization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76B13E-42B1-49DD-B330-4CB218BD3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35185" b="35926"/>
          <a:stretch/>
        </p:blipFill>
        <p:spPr>
          <a:xfrm>
            <a:off x="838200" y="2820363"/>
            <a:ext cx="10515600" cy="236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4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079A4CF-B796-4715-98AD-D31F83A91F1E}"/>
              </a:ext>
            </a:extLst>
          </p:cNvPr>
          <p:cNvSpPr/>
          <p:nvPr/>
        </p:nvSpPr>
        <p:spPr>
          <a:xfrm>
            <a:off x="4599608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6928C6-C164-4363-AD05-C97D3E0BD10A}"/>
              </a:ext>
            </a:extLst>
          </p:cNvPr>
          <p:cNvSpPr/>
          <p:nvPr/>
        </p:nvSpPr>
        <p:spPr>
          <a:xfrm>
            <a:off x="5153045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BEB354-DAB8-4F0A-9A72-7A89609BFE49}"/>
              </a:ext>
            </a:extLst>
          </p:cNvPr>
          <p:cNvSpPr/>
          <p:nvPr/>
        </p:nvSpPr>
        <p:spPr>
          <a:xfrm>
            <a:off x="5706482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0DAFADA-2775-4F5B-9FEF-9EB2C86B08FA}"/>
              </a:ext>
            </a:extLst>
          </p:cNvPr>
          <p:cNvSpPr/>
          <p:nvPr/>
        </p:nvSpPr>
        <p:spPr>
          <a:xfrm>
            <a:off x="6259919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50EA00-F5C3-4E96-BF5E-3F53B08B05FD}"/>
              </a:ext>
            </a:extLst>
          </p:cNvPr>
          <p:cNvSpPr/>
          <p:nvPr/>
        </p:nvSpPr>
        <p:spPr>
          <a:xfrm>
            <a:off x="6813356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27AB298-74A5-4373-81C5-BF542163F805}"/>
              </a:ext>
            </a:extLst>
          </p:cNvPr>
          <p:cNvSpPr/>
          <p:nvPr/>
        </p:nvSpPr>
        <p:spPr>
          <a:xfrm>
            <a:off x="7366794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857126F-A274-4D93-8A32-7908F9E2DA9A}"/>
              </a:ext>
            </a:extLst>
          </p:cNvPr>
          <p:cNvSpPr/>
          <p:nvPr/>
        </p:nvSpPr>
        <p:spPr>
          <a:xfrm>
            <a:off x="4599608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2DAF8CB-E38D-4C6B-9F5E-CC694A66709D}"/>
              </a:ext>
            </a:extLst>
          </p:cNvPr>
          <p:cNvSpPr/>
          <p:nvPr/>
        </p:nvSpPr>
        <p:spPr>
          <a:xfrm>
            <a:off x="5153045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22AC1-B514-4092-B83B-A4C2962F7237}"/>
              </a:ext>
            </a:extLst>
          </p:cNvPr>
          <p:cNvSpPr/>
          <p:nvPr/>
        </p:nvSpPr>
        <p:spPr>
          <a:xfrm>
            <a:off x="5706482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04E9937-77C6-4793-A97B-A8678E682F8A}"/>
              </a:ext>
            </a:extLst>
          </p:cNvPr>
          <p:cNvSpPr/>
          <p:nvPr/>
        </p:nvSpPr>
        <p:spPr>
          <a:xfrm>
            <a:off x="6259919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4084DBB-C875-4B95-BBF5-17616BF1986C}"/>
              </a:ext>
            </a:extLst>
          </p:cNvPr>
          <p:cNvSpPr/>
          <p:nvPr/>
        </p:nvSpPr>
        <p:spPr>
          <a:xfrm>
            <a:off x="6813356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C907458-0A48-4D9C-91F7-7D68AEAC48D8}"/>
              </a:ext>
            </a:extLst>
          </p:cNvPr>
          <p:cNvSpPr/>
          <p:nvPr/>
        </p:nvSpPr>
        <p:spPr>
          <a:xfrm>
            <a:off x="7366794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2573426-3190-47C0-8DFB-6186567A5921}"/>
              </a:ext>
            </a:extLst>
          </p:cNvPr>
          <p:cNvSpPr/>
          <p:nvPr/>
        </p:nvSpPr>
        <p:spPr>
          <a:xfrm>
            <a:off x="4599608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3C94CCE-C866-43C2-9F0B-9E650D476744}"/>
              </a:ext>
            </a:extLst>
          </p:cNvPr>
          <p:cNvSpPr/>
          <p:nvPr/>
        </p:nvSpPr>
        <p:spPr>
          <a:xfrm>
            <a:off x="5153045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8A12A0E-1A05-4876-AF2E-7733F8550F62}"/>
              </a:ext>
            </a:extLst>
          </p:cNvPr>
          <p:cNvSpPr/>
          <p:nvPr/>
        </p:nvSpPr>
        <p:spPr>
          <a:xfrm>
            <a:off x="5706482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C882CBD-AFB9-41BF-84E1-F579DE8A7868}"/>
              </a:ext>
            </a:extLst>
          </p:cNvPr>
          <p:cNvSpPr/>
          <p:nvPr/>
        </p:nvSpPr>
        <p:spPr>
          <a:xfrm>
            <a:off x="6259919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6CF1E9A-72CB-48AD-884C-D7281697C044}"/>
              </a:ext>
            </a:extLst>
          </p:cNvPr>
          <p:cNvSpPr/>
          <p:nvPr/>
        </p:nvSpPr>
        <p:spPr>
          <a:xfrm>
            <a:off x="6813356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EB35F9-0D3F-43AE-9330-3B7ED1872CCD}"/>
              </a:ext>
            </a:extLst>
          </p:cNvPr>
          <p:cNvSpPr/>
          <p:nvPr/>
        </p:nvSpPr>
        <p:spPr>
          <a:xfrm>
            <a:off x="7366794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6844BEB-EE05-47A9-A281-F61BA8384617}"/>
              </a:ext>
            </a:extLst>
          </p:cNvPr>
          <p:cNvSpPr/>
          <p:nvPr/>
        </p:nvSpPr>
        <p:spPr>
          <a:xfrm>
            <a:off x="4599608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84D590A-F534-4067-895C-4ED9D4B25E3A}"/>
              </a:ext>
            </a:extLst>
          </p:cNvPr>
          <p:cNvSpPr/>
          <p:nvPr/>
        </p:nvSpPr>
        <p:spPr>
          <a:xfrm>
            <a:off x="5153045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AA26CF-291A-4427-9BE3-725E1D8B57FF}"/>
              </a:ext>
            </a:extLst>
          </p:cNvPr>
          <p:cNvSpPr/>
          <p:nvPr/>
        </p:nvSpPr>
        <p:spPr>
          <a:xfrm>
            <a:off x="5706482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B23FAFC-DE52-47C4-886B-D50F3CC132BD}"/>
              </a:ext>
            </a:extLst>
          </p:cNvPr>
          <p:cNvSpPr/>
          <p:nvPr/>
        </p:nvSpPr>
        <p:spPr>
          <a:xfrm>
            <a:off x="6259919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8A87D66-E684-4E3B-A5CF-532FAA5C219C}"/>
              </a:ext>
            </a:extLst>
          </p:cNvPr>
          <p:cNvSpPr/>
          <p:nvPr/>
        </p:nvSpPr>
        <p:spPr>
          <a:xfrm>
            <a:off x="6813356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1FCC964-DE39-47C7-BDB7-AE3C62C5AF06}"/>
              </a:ext>
            </a:extLst>
          </p:cNvPr>
          <p:cNvSpPr/>
          <p:nvPr/>
        </p:nvSpPr>
        <p:spPr>
          <a:xfrm>
            <a:off x="7366794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5323DC-1055-4FC2-954C-54A3CA4863CB}"/>
              </a:ext>
            </a:extLst>
          </p:cNvPr>
          <p:cNvSpPr/>
          <p:nvPr/>
        </p:nvSpPr>
        <p:spPr>
          <a:xfrm>
            <a:off x="8659226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C7</a:t>
            </a:r>
            <a:endParaRPr lang="en-NL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524851A-0E6A-4C6B-BFC7-97828D9EB458}"/>
              </a:ext>
            </a:extLst>
          </p:cNvPr>
          <p:cNvSpPr/>
          <p:nvPr/>
        </p:nvSpPr>
        <p:spPr>
          <a:xfrm>
            <a:off x="9306783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C16</a:t>
            </a:r>
            <a:endParaRPr lang="en-NL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6C6C0B0-E7D0-43CF-AB04-8220AB5D9323}"/>
              </a:ext>
            </a:extLst>
          </p:cNvPr>
          <p:cNvSpPr/>
          <p:nvPr/>
        </p:nvSpPr>
        <p:spPr>
          <a:xfrm>
            <a:off x="9954340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C7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895BE44-ECD0-49B1-BDF1-37493EC89EC6}"/>
              </a:ext>
            </a:extLst>
          </p:cNvPr>
          <p:cNvSpPr/>
          <p:nvPr/>
        </p:nvSpPr>
        <p:spPr>
          <a:xfrm>
            <a:off x="10601897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C16</a:t>
            </a:r>
            <a:endParaRPr lang="en-NL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6F2FA7-585E-4363-82D5-24EEE12CF77F}"/>
              </a:ext>
            </a:extLst>
          </p:cNvPr>
          <p:cNvSpPr/>
          <p:nvPr/>
        </p:nvSpPr>
        <p:spPr>
          <a:xfrm>
            <a:off x="11249452" y="1057924"/>
            <a:ext cx="540000" cy="54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WT</a:t>
            </a:r>
            <a:endParaRPr lang="en-NL" sz="1000" b="1" dirty="0">
              <a:solidFill>
                <a:schemeClr val="bg1"/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F3D949A-8A32-46E8-9969-4F7F1CE1937B}"/>
              </a:ext>
            </a:extLst>
          </p:cNvPr>
          <p:cNvSpPr/>
          <p:nvPr/>
        </p:nvSpPr>
        <p:spPr>
          <a:xfrm>
            <a:off x="8659226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5E84ED-BEEA-4690-8689-9243A7025EC9}"/>
              </a:ext>
            </a:extLst>
          </p:cNvPr>
          <p:cNvSpPr/>
          <p:nvPr/>
        </p:nvSpPr>
        <p:spPr>
          <a:xfrm>
            <a:off x="9306783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2F60325-4B1F-4A15-81D3-3F2A7BCC9937}"/>
              </a:ext>
            </a:extLst>
          </p:cNvPr>
          <p:cNvSpPr/>
          <p:nvPr/>
        </p:nvSpPr>
        <p:spPr>
          <a:xfrm>
            <a:off x="9954340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E75CE0-9B72-47FF-A24A-9E01B32EBE60}"/>
              </a:ext>
            </a:extLst>
          </p:cNvPr>
          <p:cNvSpPr/>
          <p:nvPr/>
        </p:nvSpPr>
        <p:spPr>
          <a:xfrm>
            <a:off x="10601897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3AAF2F2-2DE7-4E1F-A6D7-FFD72B7F0ECE}"/>
              </a:ext>
            </a:extLst>
          </p:cNvPr>
          <p:cNvSpPr/>
          <p:nvPr/>
        </p:nvSpPr>
        <p:spPr>
          <a:xfrm>
            <a:off x="11249452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22F3A51-1AE7-475E-9F97-604BDCD26C98}"/>
              </a:ext>
            </a:extLst>
          </p:cNvPr>
          <p:cNvSpPr/>
          <p:nvPr/>
        </p:nvSpPr>
        <p:spPr>
          <a:xfrm>
            <a:off x="8659226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16AF2E5A-FABD-4CAD-9F23-54FBEA4B50B8}"/>
              </a:ext>
            </a:extLst>
          </p:cNvPr>
          <p:cNvSpPr/>
          <p:nvPr/>
        </p:nvSpPr>
        <p:spPr>
          <a:xfrm>
            <a:off x="9306783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A57A340-C782-4968-9C06-3ED8536E865B}"/>
              </a:ext>
            </a:extLst>
          </p:cNvPr>
          <p:cNvSpPr/>
          <p:nvPr/>
        </p:nvSpPr>
        <p:spPr>
          <a:xfrm>
            <a:off x="9954340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7157DE4-D6BC-4299-9E58-BB887E54F53A}"/>
              </a:ext>
            </a:extLst>
          </p:cNvPr>
          <p:cNvSpPr/>
          <p:nvPr/>
        </p:nvSpPr>
        <p:spPr>
          <a:xfrm>
            <a:off x="10601897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13BD550-E649-4D16-AA63-B40BFE88E835}"/>
              </a:ext>
            </a:extLst>
          </p:cNvPr>
          <p:cNvSpPr/>
          <p:nvPr/>
        </p:nvSpPr>
        <p:spPr>
          <a:xfrm>
            <a:off x="11249452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49" name="Content Placeholder 8">
            <a:extLst>
              <a:ext uri="{FF2B5EF4-FFF2-40B4-BE49-F238E27FC236}">
                <a16:creationId xmlns:a16="http://schemas.microsoft.com/office/drawing/2014/main" id="{AC5C0163-4130-4D60-AEB8-14F13CBB53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185" b="35926"/>
          <a:stretch/>
        </p:blipFill>
        <p:spPr>
          <a:xfrm>
            <a:off x="838200" y="807256"/>
            <a:ext cx="5421719" cy="121774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46636EF-2393-4CBE-B4AF-7D0053F3BFED}"/>
              </a:ext>
            </a:extLst>
          </p:cNvPr>
          <p:cNvSpPr/>
          <p:nvPr/>
        </p:nvSpPr>
        <p:spPr>
          <a:xfrm>
            <a:off x="3871519" y="795658"/>
            <a:ext cx="997779" cy="75212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3565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079A4CF-B796-4715-98AD-D31F83A91F1E}"/>
              </a:ext>
            </a:extLst>
          </p:cNvPr>
          <p:cNvSpPr/>
          <p:nvPr/>
        </p:nvSpPr>
        <p:spPr>
          <a:xfrm>
            <a:off x="4599608" y="4217435"/>
            <a:ext cx="252000" cy="2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6928C6-C164-4363-AD05-C97D3E0BD10A}"/>
              </a:ext>
            </a:extLst>
          </p:cNvPr>
          <p:cNvSpPr/>
          <p:nvPr/>
        </p:nvSpPr>
        <p:spPr>
          <a:xfrm>
            <a:off x="5153045" y="4217435"/>
            <a:ext cx="252000" cy="2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BEB354-DAB8-4F0A-9A72-7A89609BFE49}"/>
              </a:ext>
            </a:extLst>
          </p:cNvPr>
          <p:cNvSpPr/>
          <p:nvPr/>
        </p:nvSpPr>
        <p:spPr>
          <a:xfrm>
            <a:off x="5706482" y="4217435"/>
            <a:ext cx="252000" cy="2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0DAFADA-2775-4F5B-9FEF-9EB2C86B08FA}"/>
              </a:ext>
            </a:extLst>
          </p:cNvPr>
          <p:cNvSpPr/>
          <p:nvPr/>
        </p:nvSpPr>
        <p:spPr>
          <a:xfrm>
            <a:off x="6259919" y="4217435"/>
            <a:ext cx="252000" cy="2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50EA00-F5C3-4E96-BF5E-3F53B08B05FD}"/>
              </a:ext>
            </a:extLst>
          </p:cNvPr>
          <p:cNvSpPr/>
          <p:nvPr/>
        </p:nvSpPr>
        <p:spPr>
          <a:xfrm>
            <a:off x="6813356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27AB298-74A5-4373-81C5-BF542163F805}"/>
              </a:ext>
            </a:extLst>
          </p:cNvPr>
          <p:cNvSpPr/>
          <p:nvPr/>
        </p:nvSpPr>
        <p:spPr>
          <a:xfrm>
            <a:off x="7366794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857126F-A274-4D93-8A32-7908F9E2DA9A}"/>
              </a:ext>
            </a:extLst>
          </p:cNvPr>
          <p:cNvSpPr/>
          <p:nvPr/>
        </p:nvSpPr>
        <p:spPr>
          <a:xfrm>
            <a:off x="4599608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2DAF8CB-E38D-4C6B-9F5E-CC694A66709D}"/>
              </a:ext>
            </a:extLst>
          </p:cNvPr>
          <p:cNvSpPr/>
          <p:nvPr/>
        </p:nvSpPr>
        <p:spPr>
          <a:xfrm>
            <a:off x="5153045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22AC1-B514-4092-B83B-A4C2962F7237}"/>
              </a:ext>
            </a:extLst>
          </p:cNvPr>
          <p:cNvSpPr/>
          <p:nvPr/>
        </p:nvSpPr>
        <p:spPr>
          <a:xfrm>
            <a:off x="5706482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04E9937-77C6-4793-A97B-A8678E682F8A}"/>
              </a:ext>
            </a:extLst>
          </p:cNvPr>
          <p:cNvSpPr/>
          <p:nvPr/>
        </p:nvSpPr>
        <p:spPr>
          <a:xfrm>
            <a:off x="6259919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4084DBB-C875-4B95-BBF5-17616BF1986C}"/>
              </a:ext>
            </a:extLst>
          </p:cNvPr>
          <p:cNvSpPr/>
          <p:nvPr/>
        </p:nvSpPr>
        <p:spPr>
          <a:xfrm>
            <a:off x="6813356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C907458-0A48-4D9C-91F7-7D68AEAC48D8}"/>
              </a:ext>
            </a:extLst>
          </p:cNvPr>
          <p:cNvSpPr/>
          <p:nvPr/>
        </p:nvSpPr>
        <p:spPr>
          <a:xfrm>
            <a:off x="7366794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2573426-3190-47C0-8DFB-6186567A5921}"/>
              </a:ext>
            </a:extLst>
          </p:cNvPr>
          <p:cNvSpPr/>
          <p:nvPr/>
        </p:nvSpPr>
        <p:spPr>
          <a:xfrm>
            <a:off x="4599608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3C94CCE-C866-43C2-9F0B-9E650D476744}"/>
              </a:ext>
            </a:extLst>
          </p:cNvPr>
          <p:cNvSpPr/>
          <p:nvPr/>
        </p:nvSpPr>
        <p:spPr>
          <a:xfrm>
            <a:off x="5153045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8A12A0E-1A05-4876-AF2E-7733F8550F62}"/>
              </a:ext>
            </a:extLst>
          </p:cNvPr>
          <p:cNvSpPr/>
          <p:nvPr/>
        </p:nvSpPr>
        <p:spPr>
          <a:xfrm>
            <a:off x="5706482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C882CBD-AFB9-41BF-84E1-F579DE8A7868}"/>
              </a:ext>
            </a:extLst>
          </p:cNvPr>
          <p:cNvSpPr/>
          <p:nvPr/>
        </p:nvSpPr>
        <p:spPr>
          <a:xfrm>
            <a:off x="6259919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6CF1E9A-72CB-48AD-884C-D7281697C044}"/>
              </a:ext>
            </a:extLst>
          </p:cNvPr>
          <p:cNvSpPr/>
          <p:nvPr/>
        </p:nvSpPr>
        <p:spPr>
          <a:xfrm>
            <a:off x="6813356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EB35F9-0D3F-43AE-9330-3B7ED1872CCD}"/>
              </a:ext>
            </a:extLst>
          </p:cNvPr>
          <p:cNvSpPr/>
          <p:nvPr/>
        </p:nvSpPr>
        <p:spPr>
          <a:xfrm>
            <a:off x="7366794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6844BEB-EE05-47A9-A281-F61BA8384617}"/>
              </a:ext>
            </a:extLst>
          </p:cNvPr>
          <p:cNvSpPr/>
          <p:nvPr/>
        </p:nvSpPr>
        <p:spPr>
          <a:xfrm>
            <a:off x="4599608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84D590A-F534-4067-895C-4ED9D4B25E3A}"/>
              </a:ext>
            </a:extLst>
          </p:cNvPr>
          <p:cNvSpPr/>
          <p:nvPr/>
        </p:nvSpPr>
        <p:spPr>
          <a:xfrm>
            <a:off x="5153045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AA26CF-291A-4427-9BE3-725E1D8B57FF}"/>
              </a:ext>
            </a:extLst>
          </p:cNvPr>
          <p:cNvSpPr/>
          <p:nvPr/>
        </p:nvSpPr>
        <p:spPr>
          <a:xfrm>
            <a:off x="5706482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B23FAFC-DE52-47C4-886B-D50F3CC132BD}"/>
              </a:ext>
            </a:extLst>
          </p:cNvPr>
          <p:cNvSpPr/>
          <p:nvPr/>
        </p:nvSpPr>
        <p:spPr>
          <a:xfrm>
            <a:off x="6259919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8A87D66-E684-4E3B-A5CF-532FAA5C219C}"/>
              </a:ext>
            </a:extLst>
          </p:cNvPr>
          <p:cNvSpPr/>
          <p:nvPr/>
        </p:nvSpPr>
        <p:spPr>
          <a:xfrm>
            <a:off x="6813356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1FCC964-DE39-47C7-BDB7-AE3C62C5AF06}"/>
              </a:ext>
            </a:extLst>
          </p:cNvPr>
          <p:cNvSpPr/>
          <p:nvPr/>
        </p:nvSpPr>
        <p:spPr>
          <a:xfrm>
            <a:off x="7366794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5323DC-1055-4FC2-954C-54A3CA4863CB}"/>
              </a:ext>
            </a:extLst>
          </p:cNvPr>
          <p:cNvSpPr/>
          <p:nvPr/>
        </p:nvSpPr>
        <p:spPr>
          <a:xfrm>
            <a:off x="8659226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C7</a:t>
            </a:r>
            <a:endParaRPr lang="en-NL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524851A-0E6A-4C6B-BFC7-97828D9EB458}"/>
              </a:ext>
            </a:extLst>
          </p:cNvPr>
          <p:cNvSpPr/>
          <p:nvPr/>
        </p:nvSpPr>
        <p:spPr>
          <a:xfrm>
            <a:off x="9306783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C16</a:t>
            </a:r>
            <a:endParaRPr lang="en-NL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6C6C0B0-E7D0-43CF-AB04-8220AB5D9323}"/>
              </a:ext>
            </a:extLst>
          </p:cNvPr>
          <p:cNvSpPr/>
          <p:nvPr/>
        </p:nvSpPr>
        <p:spPr>
          <a:xfrm>
            <a:off x="9954340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C7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895BE44-ECD0-49B1-BDF1-37493EC89EC6}"/>
              </a:ext>
            </a:extLst>
          </p:cNvPr>
          <p:cNvSpPr/>
          <p:nvPr/>
        </p:nvSpPr>
        <p:spPr>
          <a:xfrm>
            <a:off x="10601897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C16</a:t>
            </a:r>
            <a:endParaRPr lang="en-NL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6F2FA7-585E-4363-82D5-24EEE12CF77F}"/>
              </a:ext>
            </a:extLst>
          </p:cNvPr>
          <p:cNvSpPr/>
          <p:nvPr/>
        </p:nvSpPr>
        <p:spPr>
          <a:xfrm>
            <a:off x="11249452" y="1057924"/>
            <a:ext cx="540000" cy="54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WT</a:t>
            </a:r>
            <a:endParaRPr lang="en-NL" sz="1000" b="1" dirty="0">
              <a:solidFill>
                <a:schemeClr val="bg1"/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F3D949A-8A32-46E8-9969-4F7F1CE1937B}"/>
              </a:ext>
            </a:extLst>
          </p:cNvPr>
          <p:cNvSpPr/>
          <p:nvPr/>
        </p:nvSpPr>
        <p:spPr>
          <a:xfrm>
            <a:off x="8659226" y="1673601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4C6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5E84ED-BEEA-4690-8689-9243A7025EC9}"/>
              </a:ext>
            </a:extLst>
          </p:cNvPr>
          <p:cNvSpPr/>
          <p:nvPr/>
        </p:nvSpPr>
        <p:spPr>
          <a:xfrm>
            <a:off x="9306783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2F60325-4B1F-4A15-81D3-3F2A7BCC9937}"/>
              </a:ext>
            </a:extLst>
          </p:cNvPr>
          <p:cNvSpPr/>
          <p:nvPr/>
        </p:nvSpPr>
        <p:spPr>
          <a:xfrm>
            <a:off x="9954340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E75CE0-9B72-47FF-A24A-9E01B32EBE60}"/>
              </a:ext>
            </a:extLst>
          </p:cNvPr>
          <p:cNvSpPr/>
          <p:nvPr/>
        </p:nvSpPr>
        <p:spPr>
          <a:xfrm>
            <a:off x="10601897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3AAF2F2-2DE7-4E1F-A6D7-FFD72B7F0ECE}"/>
              </a:ext>
            </a:extLst>
          </p:cNvPr>
          <p:cNvSpPr/>
          <p:nvPr/>
        </p:nvSpPr>
        <p:spPr>
          <a:xfrm>
            <a:off x="11249452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22F3A51-1AE7-475E-9F97-604BDCD26C98}"/>
              </a:ext>
            </a:extLst>
          </p:cNvPr>
          <p:cNvSpPr/>
          <p:nvPr/>
        </p:nvSpPr>
        <p:spPr>
          <a:xfrm>
            <a:off x="8659226" y="2289278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16AF2E5A-FABD-4CAD-9F23-54FBEA4B50B8}"/>
              </a:ext>
            </a:extLst>
          </p:cNvPr>
          <p:cNvSpPr/>
          <p:nvPr/>
        </p:nvSpPr>
        <p:spPr>
          <a:xfrm>
            <a:off x="9306783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A57A340-C782-4968-9C06-3ED8536E865B}"/>
              </a:ext>
            </a:extLst>
          </p:cNvPr>
          <p:cNvSpPr/>
          <p:nvPr/>
        </p:nvSpPr>
        <p:spPr>
          <a:xfrm>
            <a:off x="9954340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7157DE4-D6BC-4299-9E58-BB887E54F53A}"/>
              </a:ext>
            </a:extLst>
          </p:cNvPr>
          <p:cNvSpPr/>
          <p:nvPr/>
        </p:nvSpPr>
        <p:spPr>
          <a:xfrm>
            <a:off x="10601897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13BD550-E649-4D16-AA63-B40BFE88E835}"/>
              </a:ext>
            </a:extLst>
          </p:cNvPr>
          <p:cNvSpPr/>
          <p:nvPr/>
        </p:nvSpPr>
        <p:spPr>
          <a:xfrm>
            <a:off x="11249452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A108DC47-0150-47A7-A123-91F30303A3D2}"/>
              </a:ext>
            </a:extLst>
          </p:cNvPr>
          <p:cNvCxnSpPr>
            <a:stCxn id="124" idx="2"/>
            <a:endCxn id="129" idx="2"/>
          </p:cNvCxnSpPr>
          <p:nvPr/>
        </p:nvCxnSpPr>
        <p:spPr>
          <a:xfrm rot="10800000" flipV="1">
            <a:off x="8659226" y="1327923"/>
            <a:ext cx="12700" cy="615677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4903E120-B3D7-4064-982A-D03C727AD5CB}"/>
              </a:ext>
            </a:extLst>
          </p:cNvPr>
          <p:cNvCxnSpPr>
            <a:stCxn id="126" idx="0"/>
            <a:endCxn id="129" idx="2"/>
          </p:cNvCxnSpPr>
          <p:nvPr/>
        </p:nvCxnSpPr>
        <p:spPr>
          <a:xfrm rot="16200000" flipH="1" flipV="1">
            <a:off x="8998944" y="718205"/>
            <a:ext cx="885677" cy="1565114"/>
          </a:xfrm>
          <a:prstGeom prst="curvedConnector4">
            <a:avLst>
              <a:gd name="adj1" fmla="val -67707"/>
              <a:gd name="adj2" fmla="val 145935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816A1593-2E75-4E7F-AE7B-0F6576D956D5}"/>
              </a:ext>
            </a:extLst>
          </p:cNvPr>
          <p:cNvCxnSpPr>
            <a:stCxn id="125" idx="4"/>
            <a:endCxn id="134" idx="6"/>
          </p:cNvCxnSpPr>
          <p:nvPr/>
        </p:nvCxnSpPr>
        <p:spPr>
          <a:xfrm rot="5400000">
            <a:off x="8907328" y="1889823"/>
            <a:ext cx="961354" cy="377557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6AB8D62F-3E08-455D-B907-AFA69CE72179}"/>
              </a:ext>
            </a:extLst>
          </p:cNvPr>
          <p:cNvCxnSpPr>
            <a:cxnSpLocks/>
            <a:stCxn id="127" idx="4"/>
            <a:endCxn id="134" idx="6"/>
          </p:cNvCxnSpPr>
          <p:nvPr/>
        </p:nvCxnSpPr>
        <p:spPr>
          <a:xfrm rot="5400000">
            <a:off x="9554885" y="1242266"/>
            <a:ext cx="961354" cy="1672671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88C4FC-E6B9-4BBC-A8B5-FA1541693FB3}"/>
              </a:ext>
            </a:extLst>
          </p:cNvPr>
          <p:cNvCxnSpPr>
            <a:cxnSpLocks/>
            <a:stCxn id="129" idx="3"/>
            <a:endCxn id="27" idx="3"/>
          </p:cNvCxnSpPr>
          <p:nvPr/>
        </p:nvCxnSpPr>
        <p:spPr>
          <a:xfrm flipH="1">
            <a:off x="8011670" y="2134520"/>
            <a:ext cx="726637" cy="339424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CE7770-7D6D-45CE-8FC5-83A3864E5416}"/>
              </a:ext>
            </a:extLst>
          </p:cNvPr>
          <p:cNvSpPr txBox="1"/>
          <p:nvPr/>
        </p:nvSpPr>
        <p:spPr>
          <a:xfrm>
            <a:off x="6378856" y="2289278"/>
            <a:ext cx="163281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Run stock in C7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6370B8-2BBE-4D8C-AED8-4DB36153DCDD}"/>
              </a:ext>
            </a:extLst>
          </p:cNvPr>
          <p:cNvSpPr txBox="1"/>
          <p:nvPr/>
        </p:nvSpPr>
        <p:spPr>
          <a:xfrm>
            <a:off x="6259919" y="2894446"/>
            <a:ext cx="175881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Run stock in C16</a:t>
            </a:r>
            <a:endParaRPr lang="en-NL" b="1" dirty="0">
              <a:solidFill>
                <a:schemeClr val="accent1"/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A4F8F46-7920-4BE2-A0BD-6AE652BA3E47}"/>
              </a:ext>
            </a:extLst>
          </p:cNvPr>
          <p:cNvCxnSpPr>
            <a:cxnSpLocks/>
            <a:stCxn id="134" idx="3"/>
            <a:endCxn id="71" idx="3"/>
          </p:cNvCxnSpPr>
          <p:nvPr/>
        </p:nvCxnSpPr>
        <p:spPr>
          <a:xfrm flipH="1">
            <a:off x="8018733" y="2750197"/>
            <a:ext cx="719574" cy="328915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2C899DC6-442B-43C1-ACB7-8D24DA3436D3}"/>
              </a:ext>
            </a:extLst>
          </p:cNvPr>
          <p:cNvCxnSpPr>
            <a:cxnSpLocks/>
            <a:stCxn id="128" idx="4"/>
          </p:cNvCxnSpPr>
          <p:nvPr/>
        </p:nvCxnSpPr>
        <p:spPr>
          <a:xfrm rot="5400000">
            <a:off x="7529780" y="-225374"/>
            <a:ext cx="2166375" cy="5812970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441D87-B7BF-4DCB-B769-1C94697F58FB}"/>
              </a:ext>
            </a:extLst>
          </p:cNvPr>
          <p:cNvCxnSpPr>
            <a:cxnSpLocks/>
            <a:endCxn id="96" idx="7"/>
          </p:cNvCxnSpPr>
          <p:nvPr/>
        </p:nvCxnSpPr>
        <p:spPr>
          <a:xfrm flipH="1">
            <a:off x="4814703" y="3764299"/>
            <a:ext cx="891780" cy="490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3123B87-E573-4E2F-AF1A-924E275179E4}"/>
              </a:ext>
            </a:extLst>
          </p:cNvPr>
          <p:cNvCxnSpPr>
            <a:endCxn id="97" idx="7"/>
          </p:cNvCxnSpPr>
          <p:nvPr/>
        </p:nvCxnSpPr>
        <p:spPr>
          <a:xfrm flipH="1">
            <a:off x="5368140" y="3764299"/>
            <a:ext cx="338342" cy="490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7EC6792-2C2D-484F-8AD9-0BD1CA3F722B}"/>
              </a:ext>
            </a:extLst>
          </p:cNvPr>
          <p:cNvCxnSpPr>
            <a:endCxn id="102" idx="0"/>
          </p:cNvCxnSpPr>
          <p:nvPr/>
        </p:nvCxnSpPr>
        <p:spPr>
          <a:xfrm>
            <a:off x="5706482" y="3764299"/>
            <a:ext cx="126000" cy="453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B18F1BD-7A5D-400B-BF73-6478D4B8DAA2}"/>
              </a:ext>
            </a:extLst>
          </p:cNvPr>
          <p:cNvCxnSpPr>
            <a:endCxn id="103" idx="1"/>
          </p:cNvCxnSpPr>
          <p:nvPr/>
        </p:nvCxnSpPr>
        <p:spPr>
          <a:xfrm>
            <a:off x="5706482" y="3764299"/>
            <a:ext cx="590342" cy="490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26445DA-E74A-477B-A7A7-94C19CDFBE53}"/>
              </a:ext>
            </a:extLst>
          </p:cNvPr>
          <p:cNvSpPr txBox="1"/>
          <p:nvPr/>
        </p:nvSpPr>
        <p:spPr>
          <a:xfrm>
            <a:off x="3465467" y="3475702"/>
            <a:ext cx="193466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Washing solutions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961693A-63CC-4080-9720-42DC7D042CEB}"/>
              </a:ext>
            </a:extLst>
          </p:cNvPr>
          <p:cNvSpPr txBox="1"/>
          <p:nvPr/>
        </p:nvSpPr>
        <p:spPr>
          <a:xfrm>
            <a:off x="5146069" y="1759329"/>
            <a:ext cx="2847767" cy="3077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Adjust surfactant concentration!</a:t>
            </a:r>
          </a:p>
        </p:txBody>
      </p:sp>
    </p:spTree>
    <p:extLst>
      <p:ext uri="{BB962C8B-B14F-4D97-AF65-F5344CB8AC3E}">
        <p14:creationId xmlns:p14="http://schemas.microsoft.com/office/powerpoint/2010/main" val="1192058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079A4CF-B796-4715-98AD-D31F83A91F1E}"/>
              </a:ext>
            </a:extLst>
          </p:cNvPr>
          <p:cNvSpPr/>
          <p:nvPr/>
        </p:nvSpPr>
        <p:spPr>
          <a:xfrm>
            <a:off x="4599608" y="4217435"/>
            <a:ext cx="252000" cy="2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6928C6-C164-4363-AD05-C97D3E0BD10A}"/>
              </a:ext>
            </a:extLst>
          </p:cNvPr>
          <p:cNvSpPr/>
          <p:nvPr/>
        </p:nvSpPr>
        <p:spPr>
          <a:xfrm>
            <a:off x="5153045" y="4217435"/>
            <a:ext cx="252000" cy="2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BEB354-DAB8-4F0A-9A72-7A89609BFE49}"/>
              </a:ext>
            </a:extLst>
          </p:cNvPr>
          <p:cNvSpPr/>
          <p:nvPr/>
        </p:nvSpPr>
        <p:spPr>
          <a:xfrm>
            <a:off x="5706482" y="4217435"/>
            <a:ext cx="252000" cy="2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0DAFADA-2775-4F5B-9FEF-9EB2C86B08FA}"/>
              </a:ext>
            </a:extLst>
          </p:cNvPr>
          <p:cNvSpPr/>
          <p:nvPr/>
        </p:nvSpPr>
        <p:spPr>
          <a:xfrm>
            <a:off x="6259919" y="4217435"/>
            <a:ext cx="252000" cy="25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50EA00-F5C3-4E96-BF5E-3F53B08B05FD}"/>
              </a:ext>
            </a:extLst>
          </p:cNvPr>
          <p:cNvSpPr/>
          <p:nvPr/>
        </p:nvSpPr>
        <p:spPr>
          <a:xfrm>
            <a:off x="6813356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27AB298-74A5-4373-81C5-BF542163F805}"/>
              </a:ext>
            </a:extLst>
          </p:cNvPr>
          <p:cNvSpPr/>
          <p:nvPr/>
        </p:nvSpPr>
        <p:spPr>
          <a:xfrm>
            <a:off x="7366794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857126F-A274-4D93-8A32-7908F9E2DA9A}"/>
              </a:ext>
            </a:extLst>
          </p:cNvPr>
          <p:cNvSpPr/>
          <p:nvPr/>
        </p:nvSpPr>
        <p:spPr>
          <a:xfrm>
            <a:off x="4599608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2DAF8CB-E38D-4C6B-9F5E-CC694A66709D}"/>
              </a:ext>
            </a:extLst>
          </p:cNvPr>
          <p:cNvSpPr/>
          <p:nvPr/>
        </p:nvSpPr>
        <p:spPr>
          <a:xfrm>
            <a:off x="5153045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22AC1-B514-4092-B83B-A4C2962F7237}"/>
              </a:ext>
            </a:extLst>
          </p:cNvPr>
          <p:cNvSpPr/>
          <p:nvPr/>
        </p:nvSpPr>
        <p:spPr>
          <a:xfrm>
            <a:off x="5706482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04E9937-77C6-4793-A97B-A8678E682F8A}"/>
              </a:ext>
            </a:extLst>
          </p:cNvPr>
          <p:cNvSpPr/>
          <p:nvPr/>
        </p:nvSpPr>
        <p:spPr>
          <a:xfrm>
            <a:off x="6259919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4084DBB-C875-4B95-BBF5-17616BF1986C}"/>
              </a:ext>
            </a:extLst>
          </p:cNvPr>
          <p:cNvSpPr/>
          <p:nvPr/>
        </p:nvSpPr>
        <p:spPr>
          <a:xfrm>
            <a:off x="6813356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C907458-0A48-4D9C-91F7-7D68AEAC48D8}"/>
              </a:ext>
            </a:extLst>
          </p:cNvPr>
          <p:cNvSpPr/>
          <p:nvPr/>
        </p:nvSpPr>
        <p:spPr>
          <a:xfrm>
            <a:off x="7366794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2573426-3190-47C0-8DFB-6186567A5921}"/>
              </a:ext>
            </a:extLst>
          </p:cNvPr>
          <p:cNvSpPr/>
          <p:nvPr/>
        </p:nvSpPr>
        <p:spPr>
          <a:xfrm>
            <a:off x="4599608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3C94CCE-C866-43C2-9F0B-9E650D476744}"/>
              </a:ext>
            </a:extLst>
          </p:cNvPr>
          <p:cNvSpPr/>
          <p:nvPr/>
        </p:nvSpPr>
        <p:spPr>
          <a:xfrm>
            <a:off x="5153045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8A12A0E-1A05-4876-AF2E-7733F8550F62}"/>
              </a:ext>
            </a:extLst>
          </p:cNvPr>
          <p:cNvSpPr/>
          <p:nvPr/>
        </p:nvSpPr>
        <p:spPr>
          <a:xfrm>
            <a:off x="5706482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C882CBD-AFB9-41BF-84E1-F579DE8A7868}"/>
              </a:ext>
            </a:extLst>
          </p:cNvPr>
          <p:cNvSpPr/>
          <p:nvPr/>
        </p:nvSpPr>
        <p:spPr>
          <a:xfrm>
            <a:off x="6259919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6CF1E9A-72CB-48AD-884C-D7281697C044}"/>
              </a:ext>
            </a:extLst>
          </p:cNvPr>
          <p:cNvSpPr/>
          <p:nvPr/>
        </p:nvSpPr>
        <p:spPr>
          <a:xfrm>
            <a:off x="6813356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EB35F9-0D3F-43AE-9330-3B7ED1872CCD}"/>
              </a:ext>
            </a:extLst>
          </p:cNvPr>
          <p:cNvSpPr/>
          <p:nvPr/>
        </p:nvSpPr>
        <p:spPr>
          <a:xfrm>
            <a:off x="7366794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6844BEB-EE05-47A9-A281-F61BA8384617}"/>
              </a:ext>
            </a:extLst>
          </p:cNvPr>
          <p:cNvSpPr/>
          <p:nvPr/>
        </p:nvSpPr>
        <p:spPr>
          <a:xfrm>
            <a:off x="4599608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84D590A-F534-4067-895C-4ED9D4B25E3A}"/>
              </a:ext>
            </a:extLst>
          </p:cNvPr>
          <p:cNvSpPr/>
          <p:nvPr/>
        </p:nvSpPr>
        <p:spPr>
          <a:xfrm>
            <a:off x="5153045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AA26CF-291A-4427-9BE3-725E1D8B57FF}"/>
              </a:ext>
            </a:extLst>
          </p:cNvPr>
          <p:cNvSpPr/>
          <p:nvPr/>
        </p:nvSpPr>
        <p:spPr>
          <a:xfrm>
            <a:off x="5706482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B23FAFC-DE52-47C4-886B-D50F3CC132BD}"/>
              </a:ext>
            </a:extLst>
          </p:cNvPr>
          <p:cNvSpPr/>
          <p:nvPr/>
        </p:nvSpPr>
        <p:spPr>
          <a:xfrm>
            <a:off x="6259919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8A87D66-E684-4E3B-A5CF-532FAA5C219C}"/>
              </a:ext>
            </a:extLst>
          </p:cNvPr>
          <p:cNvSpPr/>
          <p:nvPr/>
        </p:nvSpPr>
        <p:spPr>
          <a:xfrm>
            <a:off x="6813356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1FCC964-DE39-47C7-BDB7-AE3C62C5AF06}"/>
              </a:ext>
            </a:extLst>
          </p:cNvPr>
          <p:cNvSpPr/>
          <p:nvPr/>
        </p:nvSpPr>
        <p:spPr>
          <a:xfrm>
            <a:off x="7366794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5323DC-1055-4FC2-954C-54A3CA4863CB}"/>
              </a:ext>
            </a:extLst>
          </p:cNvPr>
          <p:cNvSpPr/>
          <p:nvPr/>
        </p:nvSpPr>
        <p:spPr>
          <a:xfrm>
            <a:off x="8659226" y="105792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524851A-0E6A-4C6B-BFC7-97828D9EB458}"/>
              </a:ext>
            </a:extLst>
          </p:cNvPr>
          <p:cNvSpPr/>
          <p:nvPr/>
        </p:nvSpPr>
        <p:spPr>
          <a:xfrm>
            <a:off x="9306783" y="1057924"/>
            <a:ext cx="540000" cy="54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6C6C0B0-E7D0-43CF-AB04-8220AB5D9323}"/>
              </a:ext>
            </a:extLst>
          </p:cNvPr>
          <p:cNvSpPr/>
          <p:nvPr/>
        </p:nvSpPr>
        <p:spPr>
          <a:xfrm>
            <a:off x="9954340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895BE44-ECD0-49B1-BDF1-37493EC89EC6}"/>
              </a:ext>
            </a:extLst>
          </p:cNvPr>
          <p:cNvSpPr/>
          <p:nvPr/>
        </p:nvSpPr>
        <p:spPr>
          <a:xfrm>
            <a:off x="10601897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6F2FA7-585E-4363-82D5-24EEE12CF77F}"/>
              </a:ext>
            </a:extLst>
          </p:cNvPr>
          <p:cNvSpPr/>
          <p:nvPr/>
        </p:nvSpPr>
        <p:spPr>
          <a:xfrm>
            <a:off x="11249452" y="1057924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00" b="1" dirty="0">
              <a:solidFill>
                <a:schemeClr val="bg1"/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F3D949A-8A32-46E8-9969-4F7F1CE1937B}"/>
              </a:ext>
            </a:extLst>
          </p:cNvPr>
          <p:cNvSpPr/>
          <p:nvPr/>
        </p:nvSpPr>
        <p:spPr>
          <a:xfrm>
            <a:off x="8659226" y="1673601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rgbClr val="4C6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5E84ED-BEEA-4690-8689-9243A7025EC9}"/>
              </a:ext>
            </a:extLst>
          </p:cNvPr>
          <p:cNvSpPr/>
          <p:nvPr/>
        </p:nvSpPr>
        <p:spPr>
          <a:xfrm>
            <a:off x="9306783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2F60325-4B1F-4A15-81D3-3F2A7BCC9937}"/>
              </a:ext>
            </a:extLst>
          </p:cNvPr>
          <p:cNvSpPr/>
          <p:nvPr/>
        </p:nvSpPr>
        <p:spPr>
          <a:xfrm>
            <a:off x="9954340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E75CE0-9B72-47FF-A24A-9E01B32EBE60}"/>
              </a:ext>
            </a:extLst>
          </p:cNvPr>
          <p:cNvSpPr/>
          <p:nvPr/>
        </p:nvSpPr>
        <p:spPr>
          <a:xfrm>
            <a:off x="10601897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3AAF2F2-2DE7-4E1F-A6D7-FFD72B7F0ECE}"/>
              </a:ext>
            </a:extLst>
          </p:cNvPr>
          <p:cNvSpPr/>
          <p:nvPr/>
        </p:nvSpPr>
        <p:spPr>
          <a:xfrm>
            <a:off x="11249452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22F3A51-1AE7-475E-9F97-604BDCD26C98}"/>
              </a:ext>
            </a:extLst>
          </p:cNvPr>
          <p:cNvSpPr/>
          <p:nvPr/>
        </p:nvSpPr>
        <p:spPr>
          <a:xfrm>
            <a:off x="8659226" y="2289278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16AF2E5A-FABD-4CAD-9F23-54FBEA4B50B8}"/>
              </a:ext>
            </a:extLst>
          </p:cNvPr>
          <p:cNvSpPr/>
          <p:nvPr/>
        </p:nvSpPr>
        <p:spPr>
          <a:xfrm>
            <a:off x="9306783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A57A340-C782-4968-9C06-3ED8536E865B}"/>
              </a:ext>
            </a:extLst>
          </p:cNvPr>
          <p:cNvSpPr/>
          <p:nvPr/>
        </p:nvSpPr>
        <p:spPr>
          <a:xfrm>
            <a:off x="9954340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7157DE4-D6BC-4299-9E58-BB887E54F53A}"/>
              </a:ext>
            </a:extLst>
          </p:cNvPr>
          <p:cNvSpPr/>
          <p:nvPr/>
        </p:nvSpPr>
        <p:spPr>
          <a:xfrm>
            <a:off x="10601897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13BD550-E649-4D16-AA63-B40BFE88E835}"/>
              </a:ext>
            </a:extLst>
          </p:cNvPr>
          <p:cNvSpPr/>
          <p:nvPr/>
        </p:nvSpPr>
        <p:spPr>
          <a:xfrm>
            <a:off x="11249452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88C4FC-E6B9-4BBC-A8B5-FA1541693FB3}"/>
              </a:ext>
            </a:extLst>
          </p:cNvPr>
          <p:cNvCxnSpPr>
            <a:cxnSpLocks/>
            <a:stCxn id="126" idx="0"/>
            <a:endCxn id="27" idx="2"/>
          </p:cNvCxnSpPr>
          <p:nvPr/>
        </p:nvCxnSpPr>
        <p:spPr>
          <a:xfrm flipV="1">
            <a:off x="10224340" y="549791"/>
            <a:ext cx="0" cy="508133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CE7770-7D6D-45CE-8FC5-83A3864E5416}"/>
              </a:ext>
            </a:extLst>
          </p:cNvPr>
          <p:cNvSpPr txBox="1"/>
          <p:nvPr/>
        </p:nvSpPr>
        <p:spPr>
          <a:xfrm>
            <a:off x="9407933" y="180459"/>
            <a:ext cx="163281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Run stock in C7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6370B8-2BBE-4D8C-AED8-4DB36153DCDD}"/>
              </a:ext>
            </a:extLst>
          </p:cNvPr>
          <p:cNvSpPr txBox="1"/>
          <p:nvPr/>
        </p:nvSpPr>
        <p:spPr>
          <a:xfrm>
            <a:off x="10043125" y="3640155"/>
            <a:ext cx="175881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Run stock in C16</a:t>
            </a:r>
            <a:endParaRPr lang="en-NL" b="1" dirty="0">
              <a:solidFill>
                <a:schemeClr val="accent1"/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A4F8F46-7920-4BE2-A0BD-6AE652BA3E47}"/>
              </a:ext>
            </a:extLst>
          </p:cNvPr>
          <p:cNvCxnSpPr>
            <a:cxnSpLocks/>
            <a:stCxn id="127" idx="4"/>
            <a:endCxn id="71" idx="0"/>
          </p:cNvCxnSpPr>
          <p:nvPr/>
        </p:nvCxnSpPr>
        <p:spPr>
          <a:xfrm>
            <a:off x="10871897" y="1597924"/>
            <a:ext cx="50635" cy="204223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961693A-63CC-4080-9720-42DC7D042CEB}"/>
              </a:ext>
            </a:extLst>
          </p:cNvPr>
          <p:cNvSpPr txBox="1"/>
          <p:nvPr/>
        </p:nvSpPr>
        <p:spPr>
          <a:xfrm>
            <a:off x="921333" y="845802"/>
            <a:ext cx="2847767" cy="3077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2D HLD-IFT scan: starting config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D0BB9C-34AE-4F90-AF43-8BCF2BBCA880}"/>
              </a:ext>
            </a:extLst>
          </p:cNvPr>
          <p:cNvSpPr txBox="1"/>
          <p:nvPr/>
        </p:nvSpPr>
        <p:spPr>
          <a:xfrm>
            <a:off x="6819501" y="1131430"/>
            <a:ext cx="78243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DI WT</a:t>
            </a:r>
            <a:endParaRPr lang="en-NL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4A2118-34D4-4740-A0F7-42228B909A16}"/>
              </a:ext>
            </a:extLst>
          </p:cNvPr>
          <p:cNvSpPr txBox="1"/>
          <p:nvPr/>
        </p:nvSpPr>
        <p:spPr>
          <a:xfrm>
            <a:off x="8347092" y="188182"/>
            <a:ext cx="78243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NaCl</a:t>
            </a:r>
            <a:endParaRPr lang="en-NL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DCF921-C8A3-461C-917D-8EFF6D251F79}"/>
              </a:ext>
            </a:extLst>
          </p:cNvPr>
          <p:cNvCxnSpPr>
            <a:cxnSpLocks/>
            <a:stCxn id="65" idx="2"/>
            <a:endCxn id="125" idx="1"/>
          </p:cNvCxnSpPr>
          <p:nvPr/>
        </p:nvCxnSpPr>
        <p:spPr>
          <a:xfrm>
            <a:off x="8738307" y="557514"/>
            <a:ext cx="647557" cy="57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F5EF62-167D-4D10-B178-1B822855E314}"/>
              </a:ext>
            </a:extLst>
          </p:cNvPr>
          <p:cNvCxnSpPr>
            <a:stCxn id="64" idx="3"/>
            <a:endCxn id="124" idx="2"/>
          </p:cNvCxnSpPr>
          <p:nvPr/>
        </p:nvCxnSpPr>
        <p:spPr>
          <a:xfrm>
            <a:off x="7601931" y="1316096"/>
            <a:ext cx="1057295" cy="1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4B7F3C2-FA43-4B06-B138-25085D03F298}"/>
              </a:ext>
            </a:extLst>
          </p:cNvPr>
          <p:cNvSpPr txBox="1"/>
          <p:nvPr/>
        </p:nvSpPr>
        <p:spPr>
          <a:xfrm>
            <a:off x="6785816" y="696136"/>
            <a:ext cx="1711682" cy="2616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All stocks: 12500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</a:rPr>
              <a:t>uL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EBB3A4-782D-4410-B7F3-50BCE540DD23}"/>
              </a:ext>
            </a:extLst>
          </p:cNvPr>
          <p:cNvSpPr txBox="1"/>
          <p:nvPr/>
        </p:nvSpPr>
        <p:spPr>
          <a:xfrm>
            <a:off x="4952445" y="3453150"/>
            <a:ext cx="601828" cy="2616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500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</a:rPr>
              <a:t>uL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07459D-504B-4C9F-AD8D-DC414DBAB62C}"/>
              </a:ext>
            </a:extLst>
          </p:cNvPr>
          <p:cNvSpPr txBox="1"/>
          <p:nvPr/>
        </p:nvSpPr>
        <p:spPr>
          <a:xfrm>
            <a:off x="6023331" y="3453150"/>
            <a:ext cx="719428" cy="2616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1400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</a:rPr>
              <a:t>uL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FC9EE1-FB73-4125-808F-F90A3BAFF983}"/>
              </a:ext>
            </a:extLst>
          </p:cNvPr>
          <p:cNvCxnSpPr>
            <a:stCxn id="80" idx="2"/>
            <a:endCxn id="103" idx="0"/>
          </p:cNvCxnSpPr>
          <p:nvPr/>
        </p:nvCxnSpPr>
        <p:spPr>
          <a:xfrm>
            <a:off x="6383045" y="3714760"/>
            <a:ext cx="2874" cy="50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8DE56E-BD56-4F59-9EF8-90341AF5000E}"/>
              </a:ext>
            </a:extLst>
          </p:cNvPr>
          <p:cNvCxnSpPr>
            <a:stCxn id="79" idx="2"/>
            <a:endCxn id="102" idx="0"/>
          </p:cNvCxnSpPr>
          <p:nvPr/>
        </p:nvCxnSpPr>
        <p:spPr>
          <a:xfrm>
            <a:off x="5253359" y="3714760"/>
            <a:ext cx="579123" cy="50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FFE7D4-F2E2-469C-A37E-E52E783F05D9}"/>
              </a:ext>
            </a:extLst>
          </p:cNvPr>
          <p:cNvCxnSpPr>
            <a:stCxn id="79" idx="2"/>
            <a:endCxn id="97" idx="0"/>
          </p:cNvCxnSpPr>
          <p:nvPr/>
        </p:nvCxnSpPr>
        <p:spPr>
          <a:xfrm>
            <a:off x="5253359" y="3714760"/>
            <a:ext cx="25686" cy="50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E6CA5AF-01A0-469E-8595-BCA3EE116060}"/>
              </a:ext>
            </a:extLst>
          </p:cNvPr>
          <p:cNvCxnSpPr>
            <a:stCxn id="79" idx="2"/>
            <a:endCxn id="96" idx="7"/>
          </p:cNvCxnSpPr>
          <p:nvPr/>
        </p:nvCxnSpPr>
        <p:spPr>
          <a:xfrm flipH="1">
            <a:off x="4814703" y="3714760"/>
            <a:ext cx="438656" cy="539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105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4A5D-337A-4C0E-83DB-E6B9FE37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data: surfactant characterization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9F02128-6EC6-4D48-BA3C-575EEFC32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631" y="1825625"/>
            <a:ext cx="5596738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550ABE-211E-4852-86A3-40452E9A7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245" y="4679307"/>
            <a:ext cx="3620156" cy="1053628"/>
          </a:xfrm>
          <a:prstGeom prst="rect">
            <a:avLst/>
          </a:prstGeom>
          <a:ln>
            <a:solidFill>
              <a:srgbClr val="C00000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78BB42-2618-4D26-AFC9-706CF5675147}"/>
              </a:ext>
            </a:extLst>
          </p:cNvPr>
          <p:cNvCxnSpPr/>
          <p:nvPr/>
        </p:nvCxnSpPr>
        <p:spPr>
          <a:xfrm>
            <a:off x="5575300" y="3136900"/>
            <a:ext cx="2857500" cy="16891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04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B2ED47-8CFA-4A15-8CAB-E3626666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Inverse 2D HLD-IFT scan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5C72-E073-4453-B4EC-1C080B503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03260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B2ED47-8CFA-4A15-8CAB-E3626666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Inverse 2D HLD-IFT scan</a:t>
            </a:r>
            <a:endParaRPr lang="en-NL" dirty="0"/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2ED58A78-5EF6-4B75-AC4B-2A2D59811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1456" b="11201"/>
          <a:stretch/>
        </p:blipFill>
        <p:spPr>
          <a:xfrm>
            <a:off x="2478349" y="1825625"/>
            <a:ext cx="72353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44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A3777D3-5F53-4572-ABDB-447AFD833B48}"/>
              </a:ext>
            </a:extLst>
          </p:cNvPr>
          <p:cNvGrpSpPr/>
          <p:nvPr/>
        </p:nvGrpSpPr>
        <p:grpSpPr>
          <a:xfrm>
            <a:off x="4376737" y="3970002"/>
            <a:ext cx="3438525" cy="2247900"/>
            <a:chOff x="4376737" y="3970002"/>
            <a:chExt cx="3438525" cy="22479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64A693E-2C92-41D2-94B1-9BAE8F1D3FD6}"/>
                </a:ext>
              </a:extLst>
            </p:cNvPr>
            <p:cNvSpPr/>
            <p:nvPr/>
          </p:nvSpPr>
          <p:spPr>
            <a:xfrm>
              <a:off x="5141154" y="5245606"/>
              <a:ext cx="252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695D678-DA58-4B6C-95B2-385C187A75BA}"/>
                </a:ext>
              </a:extLst>
            </p:cNvPr>
            <p:cNvSpPr/>
            <p:nvPr/>
          </p:nvSpPr>
          <p:spPr>
            <a:xfrm>
              <a:off x="4376737" y="3970002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9EDBAF-70F9-46C3-9CD4-B957B323F2DE}"/>
                </a:ext>
              </a:extLst>
            </p:cNvPr>
            <p:cNvSpPr txBox="1"/>
            <p:nvPr/>
          </p:nvSpPr>
          <p:spPr>
            <a:xfrm>
              <a:off x="4376737" y="5940903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2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18AA034-EC6B-4C45-933D-CC4A54ED262B}"/>
                </a:ext>
              </a:extLst>
            </p:cNvPr>
            <p:cNvSpPr/>
            <p:nvPr/>
          </p:nvSpPr>
          <p:spPr>
            <a:xfrm>
              <a:off x="5686496" y="5245606"/>
              <a:ext cx="252000" cy="72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15708F-0CEB-4D54-A3F5-64C913C6751A}"/>
                </a:ext>
              </a:extLst>
            </p:cNvPr>
            <p:cNvSpPr txBox="1"/>
            <p:nvPr/>
          </p:nvSpPr>
          <p:spPr>
            <a:xfrm>
              <a:off x="5128454" y="4953644"/>
              <a:ext cx="891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Inner stock</a:t>
              </a:r>
              <a:endParaRPr lang="en-NL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41894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9CD8846-B2A5-47E3-AC17-7B950E0199DB}"/>
              </a:ext>
            </a:extLst>
          </p:cNvPr>
          <p:cNvGrpSpPr/>
          <p:nvPr/>
        </p:nvGrpSpPr>
        <p:grpSpPr>
          <a:xfrm>
            <a:off x="631763" y="1114127"/>
            <a:ext cx="1716526" cy="1660457"/>
            <a:chOff x="674877" y="2158999"/>
            <a:chExt cx="1716526" cy="166045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85A099-8C50-4B9A-A009-A167677A03DD}"/>
                </a:ext>
              </a:extLst>
            </p:cNvPr>
            <p:cNvSpPr/>
            <p:nvPr/>
          </p:nvSpPr>
          <p:spPr>
            <a:xfrm>
              <a:off x="674877" y="2158999"/>
              <a:ext cx="1716526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8653428-0C1A-4181-AB20-DB9ABC38807E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Scan_001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6F25955-ED65-42A2-A725-E65E7D1F3538}"/>
                </a:ext>
              </a:extLst>
            </p:cNvPr>
            <p:cNvSpPr/>
            <p:nvPr/>
          </p:nvSpPr>
          <p:spPr>
            <a:xfrm>
              <a:off x="16461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2F477A-348B-4628-84A8-B5A884F5D51D}"/>
                </a:ext>
              </a:extLst>
            </p:cNvPr>
            <p:cNvSpPr/>
            <p:nvPr/>
          </p:nvSpPr>
          <p:spPr>
            <a:xfrm>
              <a:off x="16461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BFA697D-539A-4051-A6C8-FADD54C0CAC5}"/>
                </a:ext>
              </a:extLst>
            </p:cNvPr>
            <p:cNvSpPr/>
            <p:nvPr/>
          </p:nvSpPr>
          <p:spPr>
            <a:xfrm>
              <a:off x="17901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F5D1520-9BC7-4890-B074-51A8EBE115A7}"/>
                </a:ext>
              </a:extLst>
            </p:cNvPr>
            <p:cNvSpPr/>
            <p:nvPr/>
          </p:nvSpPr>
          <p:spPr>
            <a:xfrm>
              <a:off x="17901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497FA46-C83F-4C9C-BCBB-440BDB46C8FB}"/>
                </a:ext>
              </a:extLst>
            </p:cNvPr>
            <p:cNvSpPr txBox="1"/>
            <p:nvPr/>
          </p:nvSpPr>
          <p:spPr>
            <a:xfrm>
              <a:off x="718242" y="2503091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46D3C96-EDA0-484D-BC4C-9F4D4FF46117}"/>
                </a:ext>
              </a:extLst>
            </p:cNvPr>
            <p:cNvSpPr txBox="1"/>
            <p:nvPr/>
          </p:nvSpPr>
          <p:spPr>
            <a:xfrm>
              <a:off x="699976" y="315984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conc_1.00000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FD0DDC5-2C61-45FD-AF99-A91EF855C5AA}"/>
              </a:ext>
            </a:extLst>
          </p:cNvPr>
          <p:cNvGrpSpPr/>
          <p:nvPr/>
        </p:nvGrpSpPr>
        <p:grpSpPr>
          <a:xfrm>
            <a:off x="4377600" y="3970002"/>
            <a:ext cx="3438525" cy="2246400"/>
            <a:chOff x="4376737" y="3970002"/>
            <a:chExt cx="3438525" cy="22479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85EFF5-8ACB-47E8-A52D-D42D799A3B0E}"/>
                </a:ext>
              </a:extLst>
            </p:cNvPr>
            <p:cNvSpPr/>
            <p:nvPr/>
          </p:nvSpPr>
          <p:spPr>
            <a:xfrm>
              <a:off x="5141154" y="5245606"/>
              <a:ext cx="252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D14FB4F-7BA5-4141-BCB6-9AA7471D2B92}"/>
                </a:ext>
              </a:extLst>
            </p:cNvPr>
            <p:cNvSpPr/>
            <p:nvPr/>
          </p:nvSpPr>
          <p:spPr>
            <a:xfrm>
              <a:off x="4376737" y="3970002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A2DCAC8-47D8-481E-BF92-624975F9E2E5}"/>
                </a:ext>
              </a:extLst>
            </p:cNvPr>
            <p:cNvSpPr txBox="1"/>
            <p:nvPr/>
          </p:nvSpPr>
          <p:spPr>
            <a:xfrm>
              <a:off x="4376737" y="5940903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2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898FE7-172E-465C-AF84-C6110E4FE27F}"/>
                </a:ext>
              </a:extLst>
            </p:cNvPr>
            <p:cNvSpPr/>
            <p:nvPr/>
          </p:nvSpPr>
          <p:spPr>
            <a:xfrm>
              <a:off x="5686496" y="5245606"/>
              <a:ext cx="252000" cy="72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FDE229-8C21-4BCB-A0EA-EEAFB35D4D67}"/>
                </a:ext>
              </a:extLst>
            </p:cNvPr>
            <p:cNvSpPr txBox="1"/>
            <p:nvPr/>
          </p:nvSpPr>
          <p:spPr>
            <a:xfrm>
              <a:off x="5128454" y="4953644"/>
              <a:ext cx="891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Inner stock</a:t>
              </a:r>
              <a:endParaRPr lang="en-NL" sz="1200" b="1" dirty="0"/>
            </a:p>
          </p:txBody>
        </p: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69B5968-B90E-487E-AC66-053B1B0A4DAD}"/>
              </a:ext>
            </a:extLst>
          </p:cNvPr>
          <p:cNvCxnSpPr>
            <a:cxnSpLocks/>
            <a:endCxn id="35" idx="3"/>
          </p:cNvCxnSpPr>
          <p:nvPr/>
        </p:nvCxnSpPr>
        <p:spPr>
          <a:xfrm flipH="1" flipV="1">
            <a:off x="2348289" y="1942525"/>
            <a:ext cx="7139732" cy="87760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FB706ECF-8F77-496C-A98F-DC6B2068E2AF}"/>
              </a:ext>
            </a:extLst>
          </p:cNvPr>
          <p:cNvSpPr txBox="1"/>
          <p:nvPr/>
        </p:nvSpPr>
        <p:spPr>
          <a:xfrm>
            <a:off x="4005772" y="1757487"/>
            <a:ext cx="2847767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Mix 1</a:t>
            </a:r>
            <a:r>
              <a:rPr lang="en-US" sz="1400" b="1" baseline="30000" dirty="0">
                <a:solidFill>
                  <a:schemeClr val="accent1">
                    <a:lumMod val="75000"/>
                  </a:schemeClr>
                </a:solidFill>
              </a:rPr>
              <a:t>st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 outer liquid in a cuvette</a:t>
            </a:r>
          </a:p>
          <a:p>
            <a:pPr marL="342900" indent="-342900">
              <a:buAutoNum type="arabicPeriod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Test dripping w/ 2 inner stocks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AF1DDB8-AEFE-46EB-AC28-E8366C5D13EE}"/>
              </a:ext>
            </a:extLst>
          </p:cNvPr>
          <p:cNvCxnSpPr>
            <a:cxnSpLocks/>
            <a:endCxn id="35" idx="3"/>
          </p:cNvCxnSpPr>
          <p:nvPr/>
        </p:nvCxnSpPr>
        <p:spPr>
          <a:xfrm flipH="1" flipV="1">
            <a:off x="2348289" y="1942525"/>
            <a:ext cx="3226824" cy="3010464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883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9CD8846-B2A5-47E3-AC17-7B950E0199DB}"/>
              </a:ext>
            </a:extLst>
          </p:cNvPr>
          <p:cNvGrpSpPr/>
          <p:nvPr/>
        </p:nvGrpSpPr>
        <p:grpSpPr>
          <a:xfrm>
            <a:off x="631763" y="1114127"/>
            <a:ext cx="1716526" cy="1660457"/>
            <a:chOff x="674877" y="2158999"/>
            <a:chExt cx="1716526" cy="166045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85A099-8C50-4B9A-A009-A167677A03DD}"/>
                </a:ext>
              </a:extLst>
            </p:cNvPr>
            <p:cNvSpPr/>
            <p:nvPr/>
          </p:nvSpPr>
          <p:spPr>
            <a:xfrm>
              <a:off x="674877" y="2158999"/>
              <a:ext cx="1716526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8653428-0C1A-4181-AB20-DB9ABC38807E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Scan_001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6F25955-ED65-42A2-A725-E65E7D1F3538}"/>
                </a:ext>
              </a:extLst>
            </p:cNvPr>
            <p:cNvSpPr/>
            <p:nvPr/>
          </p:nvSpPr>
          <p:spPr>
            <a:xfrm>
              <a:off x="16461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2F477A-348B-4628-84A8-B5A884F5D51D}"/>
                </a:ext>
              </a:extLst>
            </p:cNvPr>
            <p:cNvSpPr/>
            <p:nvPr/>
          </p:nvSpPr>
          <p:spPr>
            <a:xfrm>
              <a:off x="16461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BFA697D-539A-4051-A6C8-FADD54C0CAC5}"/>
                </a:ext>
              </a:extLst>
            </p:cNvPr>
            <p:cNvSpPr/>
            <p:nvPr/>
          </p:nvSpPr>
          <p:spPr>
            <a:xfrm>
              <a:off x="17901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F5D1520-9BC7-4890-B074-51A8EBE115A7}"/>
                </a:ext>
              </a:extLst>
            </p:cNvPr>
            <p:cNvSpPr/>
            <p:nvPr/>
          </p:nvSpPr>
          <p:spPr>
            <a:xfrm>
              <a:off x="17901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497FA46-C83F-4C9C-BCBB-440BDB46C8FB}"/>
                </a:ext>
              </a:extLst>
            </p:cNvPr>
            <p:cNvSpPr txBox="1"/>
            <p:nvPr/>
          </p:nvSpPr>
          <p:spPr>
            <a:xfrm>
              <a:off x="718242" y="2503091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46D3C96-EDA0-484D-BC4C-9F4D4FF46117}"/>
                </a:ext>
              </a:extLst>
            </p:cNvPr>
            <p:cNvSpPr txBox="1"/>
            <p:nvPr/>
          </p:nvSpPr>
          <p:spPr>
            <a:xfrm>
              <a:off x="699976" y="315984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conc_1.00000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FD0DDC5-2C61-45FD-AF99-A91EF855C5AA}"/>
              </a:ext>
            </a:extLst>
          </p:cNvPr>
          <p:cNvGrpSpPr/>
          <p:nvPr/>
        </p:nvGrpSpPr>
        <p:grpSpPr>
          <a:xfrm>
            <a:off x="4377600" y="3970002"/>
            <a:ext cx="3438525" cy="2246400"/>
            <a:chOff x="4376737" y="3970002"/>
            <a:chExt cx="3438525" cy="22479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85EFF5-8ACB-47E8-A52D-D42D799A3B0E}"/>
                </a:ext>
              </a:extLst>
            </p:cNvPr>
            <p:cNvSpPr/>
            <p:nvPr/>
          </p:nvSpPr>
          <p:spPr>
            <a:xfrm>
              <a:off x="5141154" y="5245606"/>
              <a:ext cx="252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D14FB4F-7BA5-4141-BCB6-9AA7471D2B92}"/>
                </a:ext>
              </a:extLst>
            </p:cNvPr>
            <p:cNvSpPr/>
            <p:nvPr/>
          </p:nvSpPr>
          <p:spPr>
            <a:xfrm>
              <a:off x="4376737" y="3970002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A2DCAC8-47D8-481E-BF92-624975F9E2E5}"/>
                </a:ext>
              </a:extLst>
            </p:cNvPr>
            <p:cNvSpPr txBox="1"/>
            <p:nvPr/>
          </p:nvSpPr>
          <p:spPr>
            <a:xfrm>
              <a:off x="4376737" y="5940903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2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898FE7-172E-465C-AF84-C6110E4FE27F}"/>
                </a:ext>
              </a:extLst>
            </p:cNvPr>
            <p:cNvSpPr/>
            <p:nvPr/>
          </p:nvSpPr>
          <p:spPr>
            <a:xfrm>
              <a:off x="5686496" y="5245606"/>
              <a:ext cx="252000" cy="72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FDE229-8C21-4BCB-A0EA-EEAFB35D4D67}"/>
                </a:ext>
              </a:extLst>
            </p:cNvPr>
            <p:cNvSpPr txBox="1"/>
            <p:nvPr/>
          </p:nvSpPr>
          <p:spPr>
            <a:xfrm>
              <a:off x="5128454" y="4953644"/>
              <a:ext cx="891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Inner stock</a:t>
              </a:r>
              <a:endParaRPr lang="en-NL" sz="1200" b="1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896841-9758-4240-9E5E-6545D04861F0}"/>
              </a:ext>
            </a:extLst>
          </p:cNvPr>
          <p:cNvGrpSpPr/>
          <p:nvPr/>
        </p:nvGrpSpPr>
        <p:grpSpPr>
          <a:xfrm>
            <a:off x="2481161" y="1114127"/>
            <a:ext cx="924401" cy="1660457"/>
            <a:chOff x="674877" y="2158999"/>
            <a:chExt cx="924401" cy="1660457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5EC23CC-C26C-4508-9001-6412A6273D59}"/>
                </a:ext>
              </a:extLst>
            </p:cNvPr>
            <p:cNvSpPr/>
            <p:nvPr/>
          </p:nvSpPr>
          <p:spPr>
            <a:xfrm>
              <a:off x="674877" y="2158999"/>
              <a:ext cx="842705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CA63E86-CA7A-48C8-B572-836BC7995FB8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Scan_002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1571EE3-AA3B-4C47-8B08-AD055E888BAE}"/>
                </a:ext>
              </a:extLst>
            </p:cNvPr>
            <p:cNvSpPr/>
            <p:nvPr/>
          </p:nvSpPr>
          <p:spPr>
            <a:xfrm>
              <a:off x="8333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A403CED-543D-411D-AFF0-0F1F27E70B73}"/>
                </a:ext>
              </a:extLst>
            </p:cNvPr>
            <p:cNvSpPr/>
            <p:nvPr/>
          </p:nvSpPr>
          <p:spPr>
            <a:xfrm>
              <a:off x="8333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D138C92-A31D-462C-8C9E-6D0FD1943290}"/>
                </a:ext>
              </a:extLst>
            </p:cNvPr>
            <p:cNvSpPr/>
            <p:nvPr/>
          </p:nvSpPr>
          <p:spPr>
            <a:xfrm>
              <a:off x="9773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DA89D5BC-ED1F-40CA-B9D2-EDAE7D56717E}"/>
                </a:ext>
              </a:extLst>
            </p:cNvPr>
            <p:cNvSpPr/>
            <p:nvPr/>
          </p:nvSpPr>
          <p:spPr>
            <a:xfrm>
              <a:off x="9773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7B13B75-C967-4A41-9645-F863B84E7BFF}"/>
              </a:ext>
            </a:extLst>
          </p:cNvPr>
          <p:cNvGrpSpPr/>
          <p:nvPr/>
        </p:nvGrpSpPr>
        <p:grpSpPr>
          <a:xfrm>
            <a:off x="3471158" y="1114127"/>
            <a:ext cx="924401" cy="1660457"/>
            <a:chOff x="674877" y="2158999"/>
            <a:chExt cx="924401" cy="1660457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EFA7F19-C784-4443-8A08-34C2D5F11FEC}"/>
                </a:ext>
              </a:extLst>
            </p:cNvPr>
            <p:cNvSpPr/>
            <p:nvPr/>
          </p:nvSpPr>
          <p:spPr>
            <a:xfrm>
              <a:off x="674877" y="2158999"/>
              <a:ext cx="842705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D751C3D-CD00-429E-A016-6F60FFCF72CC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Scan_003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6FD1191-5BBF-4647-8A2E-AF3081571DE1}"/>
                </a:ext>
              </a:extLst>
            </p:cNvPr>
            <p:cNvSpPr/>
            <p:nvPr/>
          </p:nvSpPr>
          <p:spPr>
            <a:xfrm>
              <a:off x="8333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905C5A0-A238-40A9-BBB9-AAADF04818E3}"/>
                </a:ext>
              </a:extLst>
            </p:cNvPr>
            <p:cNvSpPr/>
            <p:nvPr/>
          </p:nvSpPr>
          <p:spPr>
            <a:xfrm>
              <a:off x="8333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E09FFF6-8A5F-4034-89ED-5229F7EE2911}"/>
                </a:ext>
              </a:extLst>
            </p:cNvPr>
            <p:cNvSpPr/>
            <p:nvPr/>
          </p:nvSpPr>
          <p:spPr>
            <a:xfrm>
              <a:off x="9773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C0273FA-6031-46B4-B766-B137811805E8}"/>
                </a:ext>
              </a:extLst>
            </p:cNvPr>
            <p:cNvSpPr/>
            <p:nvPr/>
          </p:nvSpPr>
          <p:spPr>
            <a:xfrm>
              <a:off x="9773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F6095E2-5AA0-4577-9359-188C0B6C35C4}"/>
              </a:ext>
            </a:extLst>
          </p:cNvPr>
          <p:cNvGrpSpPr/>
          <p:nvPr/>
        </p:nvGrpSpPr>
        <p:grpSpPr>
          <a:xfrm>
            <a:off x="4461155" y="1114127"/>
            <a:ext cx="924401" cy="1660457"/>
            <a:chOff x="674877" y="2158999"/>
            <a:chExt cx="924401" cy="166045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661877B-416E-4E8D-8F54-DF022A848947}"/>
                </a:ext>
              </a:extLst>
            </p:cNvPr>
            <p:cNvSpPr/>
            <p:nvPr/>
          </p:nvSpPr>
          <p:spPr>
            <a:xfrm>
              <a:off x="674877" y="2158999"/>
              <a:ext cx="842705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7A092DC-C7E9-41F2-8199-60AF430DD37F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Scan_004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21D9272-FA4F-4759-8E69-AC18B388EB8B}"/>
                </a:ext>
              </a:extLst>
            </p:cNvPr>
            <p:cNvSpPr/>
            <p:nvPr/>
          </p:nvSpPr>
          <p:spPr>
            <a:xfrm>
              <a:off x="8333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A1E9AD3-98E7-40A7-A114-FABEA619CABA}"/>
                </a:ext>
              </a:extLst>
            </p:cNvPr>
            <p:cNvSpPr/>
            <p:nvPr/>
          </p:nvSpPr>
          <p:spPr>
            <a:xfrm>
              <a:off x="8333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820D089-AC7D-4801-869D-CE52A0960B73}"/>
                </a:ext>
              </a:extLst>
            </p:cNvPr>
            <p:cNvSpPr/>
            <p:nvPr/>
          </p:nvSpPr>
          <p:spPr>
            <a:xfrm>
              <a:off x="9773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28C7E72-F26E-4F86-93B9-340187CEDF47}"/>
                </a:ext>
              </a:extLst>
            </p:cNvPr>
            <p:cNvSpPr/>
            <p:nvPr/>
          </p:nvSpPr>
          <p:spPr>
            <a:xfrm>
              <a:off x="9773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B931FC2-D6FF-4E91-92F7-3E2E63E2FC02}"/>
              </a:ext>
            </a:extLst>
          </p:cNvPr>
          <p:cNvGrpSpPr/>
          <p:nvPr/>
        </p:nvGrpSpPr>
        <p:grpSpPr>
          <a:xfrm>
            <a:off x="5451152" y="1114127"/>
            <a:ext cx="924401" cy="1660457"/>
            <a:chOff x="674877" y="2158999"/>
            <a:chExt cx="924401" cy="1660457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C5173C1-4CEA-4970-A023-765BEF36E1FC}"/>
                </a:ext>
              </a:extLst>
            </p:cNvPr>
            <p:cNvSpPr/>
            <p:nvPr/>
          </p:nvSpPr>
          <p:spPr>
            <a:xfrm>
              <a:off x="674877" y="2158999"/>
              <a:ext cx="842705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C9082E6-7919-40C4-A7C1-C047D13ED001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Scan_005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7CB89CD-4EDF-4F90-8445-96D44712B321}"/>
                </a:ext>
              </a:extLst>
            </p:cNvPr>
            <p:cNvSpPr/>
            <p:nvPr/>
          </p:nvSpPr>
          <p:spPr>
            <a:xfrm>
              <a:off x="8333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A9D3357-217E-4486-9D44-CE334597D465}"/>
                </a:ext>
              </a:extLst>
            </p:cNvPr>
            <p:cNvSpPr/>
            <p:nvPr/>
          </p:nvSpPr>
          <p:spPr>
            <a:xfrm>
              <a:off x="8333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B2F2A8D-244C-4189-9426-E45960B5F2CC}"/>
                </a:ext>
              </a:extLst>
            </p:cNvPr>
            <p:cNvSpPr/>
            <p:nvPr/>
          </p:nvSpPr>
          <p:spPr>
            <a:xfrm>
              <a:off x="9773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3F97268-C82E-4D95-A280-8478D4513E2D}"/>
                </a:ext>
              </a:extLst>
            </p:cNvPr>
            <p:cNvSpPr/>
            <p:nvPr/>
          </p:nvSpPr>
          <p:spPr>
            <a:xfrm>
              <a:off x="9773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92DD9F4B-74F1-45DB-BB07-9FB1A4C021DD}"/>
              </a:ext>
            </a:extLst>
          </p:cNvPr>
          <p:cNvSpPr txBox="1"/>
          <p:nvPr/>
        </p:nvSpPr>
        <p:spPr>
          <a:xfrm>
            <a:off x="5142017" y="2928316"/>
            <a:ext cx="3059556" cy="3077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Repeat until all combination are done</a:t>
            </a:r>
          </a:p>
        </p:txBody>
      </p:sp>
    </p:spTree>
    <p:extLst>
      <p:ext uri="{BB962C8B-B14F-4D97-AF65-F5344CB8AC3E}">
        <p14:creationId xmlns:p14="http://schemas.microsoft.com/office/powerpoint/2010/main" val="4182058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383E-01F2-4840-BCA9-4BC095A0BB61}"/>
                </a:ext>
              </a:extLst>
            </p:cNvPr>
            <p:cNvGrpSpPr/>
            <p:nvPr/>
          </p:nvGrpSpPr>
          <p:grpSpPr>
            <a:xfrm>
              <a:off x="8898815" y="1929711"/>
              <a:ext cx="1203060" cy="1820022"/>
              <a:chOff x="838200" y="2295471"/>
              <a:chExt cx="1203060" cy="1820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327E6-E940-4A9E-8AE3-5861DBA6379D}"/>
                  </a:ext>
                </a:extLst>
              </p:cNvPr>
              <p:cNvSpPr/>
              <p:nvPr/>
            </p:nvSpPr>
            <p:spPr>
              <a:xfrm>
                <a:off x="1471104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4417AC-03CD-4F2E-AA9D-9D5E5B9B1F4A}"/>
                  </a:ext>
                </a:extLst>
              </p:cNvPr>
              <p:cNvSpPr/>
              <p:nvPr/>
            </p:nvSpPr>
            <p:spPr>
              <a:xfrm>
                <a:off x="838200" y="2566392"/>
                <a:ext cx="570156" cy="15491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16A8B-1D52-4393-AFE3-74C247F518E2}"/>
                  </a:ext>
                </a:extLst>
              </p:cNvPr>
              <p:cNvSpPr txBox="1"/>
              <p:nvPr/>
            </p:nvSpPr>
            <p:spPr>
              <a:xfrm>
                <a:off x="985006" y="2295471"/>
                <a:ext cx="9217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/>
                  <a:t>Outer stock</a:t>
                </a:r>
                <a:endParaRPr lang="en-NL" sz="1200" b="1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9CD8846-B2A5-47E3-AC17-7B950E0199DB}"/>
              </a:ext>
            </a:extLst>
          </p:cNvPr>
          <p:cNvGrpSpPr/>
          <p:nvPr/>
        </p:nvGrpSpPr>
        <p:grpSpPr>
          <a:xfrm>
            <a:off x="631763" y="1114127"/>
            <a:ext cx="1716526" cy="1660457"/>
            <a:chOff x="674877" y="2158999"/>
            <a:chExt cx="1716526" cy="166045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85A099-8C50-4B9A-A009-A167677A03DD}"/>
                </a:ext>
              </a:extLst>
            </p:cNvPr>
            <p:cNvSpPr/>
            <p:nvPr/>
          </p:nvSpPr>
          <p:spPr>
            <a:xfrm>
              <a:off x="674877" y="2158999"/>
              <a:ext cx="1716526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8653428-0C1A-4181-AB20-DB9ABC38807E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Scan_001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6F25955-ED65-42A2-A725-E65E7D1F3538}"/>
                </a:ext>
              </a:extLst>
            </p:cNvPr>
            <p:cNvSpPr/>
            <p:nvPr/>
          </p:nvSpPr>
          <p:spPr>
            <a:xfrm>
              <a:off x="16461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2F477A-348B-4628-84A8-B5A884F5D51D}"/>
                </a:ext>
              </a:extLst>
            </p:cNvPr>
            <p:cNvSpPr/>
            <p:nvPr/>
          </p:nvSpPr>
          <p:spPr>
            <a:xfrm>
              <a:off x="16461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BFA697D-539A-4051-A6C8-FADD54C0CAC5}"/>
                </a:ext>
              </a:extLst>
            </p:cNvPr>
            <p:cNvSpPr/>
            <p:nvPr/>
          </p:nvSpPr>
          <p:spPr>
            <a:xfrm>
              <a:off x="17901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F5D1520-9BC7-4890-B074-51A8EBE115A7}"/>
                </a:ext>
              </a:extLst>
            </p:cNvPr>
            <p:cNvSpPr/>
            <p:nvPr/>
          </p:nvSpPr>
          <p:spPr>
            <a:xfrm>
              <a:off x="17901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497FA46-C83F-4C9C-BCBB-440BDB46C8FB}"/>
                </a:ext>
              </a:extLst>
            </p:cNvPr>
            <p:cNvSpPr txBox="1"/>
            <p:nvPr/>
          </p:nvSpPr>
          <p:spPr>
            <a:xfrm>
              <a:off x="718242" y="2503091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conc_0.00000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46D3C96-EDA0-484D-BC4C-9F4D4FF46117}"/>
                </a:ext>
              </a:extLst>
            </p:cNvPr>
            <p:cNvSpPr txBox="1"/>
            <p:nvPr/>
          </p:nvSpPr>
          <p:spPr>
            <a:xfrm>
              <a:off x="699976" y="3159849"/>
              <a:ext cx="9573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75000"/>
                    </a:schemeClr>
                  </a:solidFill>
                </a:rPr>
                <a:t>conc_1.00000</a:t>
              </a:r>
              <a:endParaRPr lang="en-NL" sz="105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FD0DDC5-2C61-45FD-AF99-A91EF855C5AA}"/>
              </a:ext>
            </a:extLst>
          </p:cNvPr>
          <p:cNvGrpSpPr/>
          <p:nvPr/>
        </p:nvGrpSpPr>
        <p:grpSpPr>
          <a:xfrm>
            <a:off x="4377600" y="3970002"/>
            <a:ext cx="3438525" cy="2246400"/>
            <a:chOff x="4376737" y="3970002"/>
            <a:chExt cx="3438525" cy="22479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85EFF5-8ACB-47E8-A52D-D42D799A3B0E}"/>
                </a:ext>
              </a:extLst>
            </p:cNvPr>
            <p:cNvSpPr/>
            <p:nvPr/>
          </p:nvSpPr>
          <p:spPr>
            <a:xfrm>
              <a:off x="5141154" y="5245606"/>
              <a:ext cx="252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D14FB4F-7BA5-4141-BCB6-9AA7471D2B92}"/>
                </a:ext>
              </a:extLst>
            </p:cNvPr>
            <p:cNvSpPr/>
            <p:nvPr/>
          </p:nvSpPr>
          <p:spPr>
            <a:xfrm>
              <a:off x="4376737" y="3970002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A2DCAC8-47D8-481E-BF92-624975F9E2E5}"/>
                </a:ext>
              </a:extLst>
            </p:cNvPr>
            <p:cNvSpPr txBox="1"/>
            <p:nvPr/>
          </p:nvSpPr>
          <p:spPr>
            <a:xfrm>
              <a:off x="4376737" y="5940903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2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898FE7-172E-465C-AF84-C6110E4FE27F}"/>
                </a:ext>
              </a:extLst>
            </p:cNvPr>
            <p:cNvSpPr/>
            <p:nvPr/>
          </p:nvSpPr>
          <p:spPr>
            <a:xfrm>
              <a:off x="5686496" y="5245606"/>
              <a:ext cx="252000" cy="72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FDE229-8C21-4BCB-A0EA-EEAFB35D4D67}"/>
                </a:ext>
              </a:extLst>
            </p:cNvPr>
            <p:cNvSpPr txBox="1"/>
            <p:nvPr/>
          </p:nvSpPr>
          <p:spPr>
            <a:xfrm>
              <a:off x="5128454" y="4953644"/>
              <a:ext cx="891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Inner stock</a:t>
              </a:r>
              <a:endParaRPr lang="en-NL" sz="1200" b="1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896841-9758-4240-9E5E-6545D04861F0}"/>
              </a:ext>
            </a:extLst>
          </p:cNvPr>
          <p:cNvGrpSpPr/>
          <p:nvPr/>
        </p:nvGrpSpPr>
        <p:grpSpPr>
          <a:xfrm>
            <a:off x="2481161" y="1114127"/>
            <a:ext cx="924401" cy="1660457"/>
            <a:chOff x="674877" y="2158999"/>
            <a:chExt cx="924401" cy="1660457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5EC23CC-C26C-4508-9001-6412A6273D59}"/>
                </a:ext>
              </a:extLst>
            </p:cNvPr>
            <p:cNvSpPr/>
            <p:nvPr/>
          </p:nvSpPr>
          <p:spPr>
            <a:xfrm>
              <a:off x="674877" y="2158999"/>
              <a:ext cx="842705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CA63E86-CA7A-48C8-B572-836BC7995FB8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Scan_002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1571EE3-AA3B-4C47-8B08-AD055E888BAE}"/>
                </a:ext>
              </a:extLst>
            </p:cNvPr>
            <p:cNvSpPr/>
            <p:nvPr/>
          </p:nvSpPr>
          <p:spPr>
            <a:xfrm>
              <a:off x="8333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A403CED-543D-411D-AFF0-0F1F27E70B73}"/>
                </a:ext>
              </a:extLst>
            </p:cNvPr>
            <p:cNvSpPr/>
            <p:nvPr/>
          </p:nvSpPr>
          <p:spPr>
            <a:xfrm>
              <a:off x="8333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D138C92-A31D-462C-8C9E-6D0FD1943290}"/>
                </a:ext>
              </a:extLst>
            </p:cNvPr>
            <p:cNvSpPr/>
            <p:nvPr/>
          </p:nvSpPr>
          <p:spPr>
            <a:xfrm>
              <a:off x="9773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DA89D5BC-ED1F-40CA-B9D2-EDAE7D56717E}"/>
                </a:ext>
              </a:extLst>
            </p:cNvPr>
            <p:cNvSpPr/>
            <p:nvPr/>
          </p:nvSpPr>
          <p:spPr>
            <a:xfrm>
              <a:off x="9773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7B13B75-C967-4A41-9645-F863B84E7BFF}"/>
              </a:ext>
            </a:extLst>
          </p:cNvPr>
          <p:cNvGrpSpPr/>
          <p:nvPr/>
        </p:nvGrpSpPr>
        <p:grpSpPr>
          <a:xfrm>
            <a:off x="3471158" y="1114127"/>
            <a:ext cx="924401" cy="1660457"/>
            <a:chOff x="674877" y="2158999"/>
            <a:chExt cx="924401" cy="1660457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EFA7F19-C784-4443-8A08-34C2D5F11FEC}"/>
                </a:ext>
              </a:extLst>
            </p:cNvPr>
            <p:cNvSpPr/>
            <p:nvPr/>
          </p:nvSpPr>
          <p:spPr>
            <a:xfrm>
              <a:off x="674877" y="2158999"/>
              <a:ext cx="842705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D751C3D-CD00-429E-A016-6F60FFCF72CC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Scan_003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6FD1191-5BBF-4647-8A2E-AF3081571DE1}"/>
                </a:ext>
              </a:extLst>
            </p:cNvPr>
            <p:cNvSpPr/>
            <p:nvPr/>
          </p:nvSpPr>
          <p:spPr>
            <a:xfrm>
              <a:off x="8333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905C5A0-A238-40A9-BBB9-AAADF04818E3}"/>
                </a:ext>
              </a:extLst>
            </p:cNvPr>
            <p:cNvSpPr/>
            <p:nvPr/>
          </p:nvSpPr>
          <p:spPr>
            <a:xfrm>
              <a:off x="8333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E09FFF6-8A5F-4034-89ED-5229F7EE2911}"/>
                </a:ext>
              </a:extLst>
            </p:cNvPr>
            <p:cNvSpPr/>
            <p:nvPr/>
          </p:nvSpPr>
          <p:spPr>
            <a:xfrm>
              <a:off x="9773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C0273FA-6031-46B4-B766-B137811805E8}"/>
                </a:ext>
              </a:extLst>
            </p:cNvPr>
            <p:cNvSpPr/>
            <p:nvPr/>
          </p:nvSpPr>
          <p:spPr>
            <a:xfrm>
              <a:off x="9773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F6095E2-5AA0-4577-9359-188C0B6C35C4}"/>
              </a:ext>
            </a:extLst>
          </p:cNvPr>
          <p:cNvGrpSpPr/>
          <p:nvPr/>
        </p:nvGrpSpPr>
        <p:grpSpPr>
          <a:xfrm>
            <a:off x="4461155" y="1114127"/>
            <a:ext cx="924401" cy="1660457"/>
            <a:chOff x="674877" y="2158999"/>
            <a:chExt cx="924401" cy="166045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661877B-416E-4E8D-8F54-DF022A848947}"/>
                </a:ext>
              </a:extLst>
            </p:cNvPr>
            <p:cNvSpPr/>
            <p:nvPr/>
          </p:nvSpPr>
          <p:spPr>
            <a:xfrm>
              <a:off x="674877" y="2158999"/>
              <a:ext cx="842705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7A092DC-C7E9-41F2-8199-60AF430DD37F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Scan_004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21D9272-FA4F-4759-8E69-AC18B388EB8B}"/>
                </a:ext>
              </a:extLst>
            </p:cNvPr>
            <p:cNvSpPr/>
            <p:nvPr/>
          </p:nvSpPr>
          <p:spPr>
            <a:xfrm>
              <a:off x="8333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A1E9AD3-98E7-40A7-A114-FABEA619CABA}"/>
                </a:ext>
              </a:extLst>
            </p:cNvPr>
            <p:cNvSpPr/>
            <p:nvPr/>
          </p:nvSpPr>
          <p:spPr>
            <a:xfrm>
              <a:off x="8333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820D089-AC7D-4801-869D-CE52A0960B73}"/>
                </a:ext>
              </a:extLst>
            </p:cNvPr>
            <p:cNvSpPr/>
            <p:nvPr/>
          </p:nvSpPr>
          <p:spPr>
            <a:xfrm>
              <a:off x="9773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28C7E72-F26E-4F86-93B9-340187CEDF47}"/>
                </a:ext>
              </a:extLst>
            </p:cNvPr>
            <p:cNvSpPr/>
            <p:nvPr/>
          </p:nvSpPr>
          <p:spPr>
            <a:xfrm>
              <a:off x="9773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B931FC2-D6FF-4E91-92F7-3E2E63E2FC02}"/>
              </a:ext>
            </a:extLst>
          </p:cNvPr>
          <p:cNvGrpSpPr/>
          <p:nvPr/>
        </p:nvGrpSpPr>
        <p:grpSpPr>
          <a:xfrm>
            <a:off x="5451152" y="1114127"/>
            <a:ext cx="924401" cy="1660457"/>
            <a:chOff x="674877" y="2158999"/>
            <a:chExt cx="924401" cy="1660457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C5173C1-4CEA-4970-A023-765BEF36E1FC}"/>
                </a:ext>
              </a:extLst>
            </p:cNvPr>
            <p:cNvSpPr/>
            <p:nvPr/>
          </p:nvSpPr>
          <p:spPr>
            <a:xfrm>
              <a:off x="674877" y="2158999"/>
              <a:ext cx="842705" cy="1656795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C9082E6-7919-40C4-A7C1-C047D13ED001}"/>
                </a:ext>
              </a:extLst>
            </p:cNvPr>
            <p:cNvSpPr txBox="1"/>
            <p:nvPr/>
          </p:nvSpPr>
          <p:spPr>
            <a:xfrm>
              <a:off x="684402" y="3557846"/>
              <a:ext cx="9148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Scan_005</a:t>
              </a:r>
              <a:endParaRPr lang="en-NL" sz="105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7CB89CD-4EDF-4F90-8445-96D44712B321}"/>
                </a:ext>
              </a:extLst>
            </p:cNvPr>
            <p:cNvSpPr/>
            <p:nvPr/>
          </p:nvSpPr>
          <p:spPr>
            <a:xfrm>
              <a:off x="833363" y="3012154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A9D3357-217E-4486-9D44-CE334597D465}"/>
                </a:ext>
              </a:extLst>
            </p:cNvPr>
            <p:cNvSpPr/>
            <p:nvPr/>
          </p:nvSpPr>
          <p:spPr>
            <a:xfrm>
              <a:off x="833363" y="2348222"/>
              <a:ext cx="540000" cy="54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B2F2A8D-244C-4189-9426-E45960B5F2CC}"/>
                </a:ext>
              </a:extLst>
            </p:cNvPr>
            <p:cNvSpPr/>
            <p:nvPr/>
          </p:nvSpPr>
          <p:spPr>
            <a:xfrm>
              <a:off x="977363" y="2505616"/>
              <a:ext cx="252000" cy="252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3F97268-C82E-4D95-A280-8478D4513E2D}"/>
                </a:ext>
              </a:extLst>
            </p:cNvPr>
            <p:cNvSpPr/>
            <p:nvPr/>
          </p:nvSpPr>
          <p:spPr>
            <a:xfrm>
              <a:off x="977363" y="3171054"/>
              <a:ext cx="252000" cy="252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2294473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B2ED47-8CFA-4A15-8CAB-E3626666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Inverse 2D HLD-IFT scan</a:t>
            </a:r>
            <a:endParaRPr lang="en-NL" dirty="0"/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2ED58A78-5EF6-4B75-AC4B-2A2D59811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1456" b="11201"/>
          <a:stretch/>
        </p:blipFill>
        <p:spPr>
          <a:xfrm>
            <a:off x="2478349" y="1825625"/>
            <a:ext cx="72353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079A4CF-B796-4715-98AD-D31F83A91F1E}"/>
              </a:ext>
            </a:extLst>
          </p:cNvPr>
          <p:cNvSpPr/>
          <p:nvPr/>
        </p:nvSpPr>
        <p:spPr>
          <a:xfrm>
            <a:off x="4599608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6928C6-C164-4363-AD05-C97D3E0BD10A}"/>
              </a:ext>
            </a:extLst>
          </p:cNvPr>
          <p:cNvSpPr/>
          <p:nvPr/>
        </p:nvSpPr>
        <p:spPr>
          <a:xfrm>
            <a:off x="5153045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BEB354-DAB8-4F0A-9A72-7A89609BFE49}"/>
              </a:ext>
            </a:extLst>
          </p:cNvPr>
          <p:cNvSpPr/>
          <p:nvPr/>
        </p:nvSpPr>
        <p:spPr>
          <a:xfrm>
            <a:off x="5706482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0DAFADA-2775-4F5B-9FEF-9EB2C86B08FA}"/>
              </a:ext>
            </a:extLst>
          </p:cNvPr>
          <p:cNvSpPr/>
          <p:nvPr/>
        </p:nvSpPr>
        <p:spPr>
          <a:xfrm>
            <a:off x="6259919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50EA00-F5C3-4E96-BF5E-3F53B08B05FD}"/>
              </a:ext>
            </a:extLst>
          </p:cNvPr>
          <p:cNvSpPr/>
          <p:nvPr/>
        </p:nvSpPr>
        <p:spPr>
          <a:xfrm>
            <a:off x="6813356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27AB298-74A5-4373-81C5-BF542163F805}"/>
              </a:ext>
            </a:extLst>
          </p:cNvPr>
          <p:cNvSpPr/>
          <p:nvPr/>
        </p:nvSpPr>
        <p:spPr>
          <a:xfrm>
            <a:off x="7366794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857126F-A274-4D93-8A32-7908F9E2DA9A}"/>
              </a:ext>
            </a:extLst>
          </p:cNvPr>
          <p:cNvSpPr/>
          <p:nvPr/>
        </p:nvSpPr>
        <p:spPr>
          <a:xfrm>
            <a:off x="4599608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2DAF8CB-E38D-4C6B-9F5E-CC694A66709D}"/>
              </a:ext>
            </a:extLst>
          </p:cNvPr>
          <p:cNvSpPr/>
          <p:nvPr/>
        </p:nvSpPr>
        <p:spPr>
          <a:xfrm>
            <a:off x="5153045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22AC1-B514-4092-B83B-A4C2962F7237}"/>
              </a:ext>
            </a:extLst>
          </p:cNvPr>
          <p:cNvSpPr/>
          <p:nvPr/>
        </p:nvSpPr>
        <p:spPr>
          <a:xfrm>
            <a:off x="5706482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04E9937-77C6-4793-A97B-A8678E682F8A}"/>
              </a:ext>
            </a:extLst>
          </p:cNvPr>
          <p:cNvSpPr/>
          <p:nvPr/>
        </p:nvSpPr>
        <p:spPr>
          <a:xfrm>
            <a:off x="6259919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4084DBB-C875-4B95-BBF5-17616BF1986C}"/>
              </a:ext>
            </a:extLst>
          </p:cNvPr>
          <p:cNvSpPr/>
          <p:nvPr/>
        </p:nvSpPr>
        <p:spPr>
          <a:xfrm>
            <a:off x="6813356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C907458-0A48-4D9C-91F7-7D68AEAC48D8}"/>
              </a:ext>
            </a:extLst>
          </p:cNvPr>
          <p:cNvSpPr/>
          <p:nvPr/>
        </p:nvSpPr>
        <p:spPr>
          <a:xfrm>
            <a:off x="7366794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2573426-3190-47C0-8DFB-6186567A5921}"/>
              </a:ext>
            </a:extLst>
          </p:cNvPr>
          <p:cNvSpPr/>
          <p:nvPr/>
        </p:nvSpPr>
        <p:spPr>
          <a:xfrm>
            <a:off x="4599608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3C94CCE-C866-43C2-9F0B-9E650D476744}"/>
              </a:ext>
            </a:extLst>
          </p:cNvPr>
          <p:cNvSpPr/>
          <p:nvPr/>
        </p:nvSpPr>
        <p:spPr>
          <a:xfrm>
            <a:off x="5153045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8A12A0E-1A05-4876-AF2E-7733F8550F62}"/>
              </a:ext>
            </a:extLst>
          </p:cNvPr>
          <p:cNvSpPr/>
          <p:nvPr/>
        </p:nvSpPr>
        <p:spPr>
          <a:xfrm>
            <a:off x="5706482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C882CBD-AFB9-41BF-84E1-F579DE8A7868}"/>
              </a:ext>
            </a:extLst>
          </p:cNvPr>
          <p:cNvSpPr/>
          <p:nvPr/>
        </p:nvSpPr>
        <p:spPr>
          <a:xfrm>
            <a:off x="6259919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6CF1E9A-72CB-48AD-884C-D7281697C044}"/>
              </a:ext>
            </a:extLst>
          </p:cNvPr>
          <p:cNvSpPr/>
          <p:nvPr/>
        </p:nvSpPr>
        <p:spPr>
          <a:xfrm>
            <a:off x="6813356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EB35F9-0D3F-43AE-9330-3B7ED1872CCD}"/>
              </a:ext>
            </a:extLst>
          </p:cNvPr>
          <p:cNvSpPr/>
          <p:nvPr/>
        </p:nvSpPr>
        <p:spPr>
          <a:xfrm>
            <a:off x="7366794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6844BEB-EE05-47A9-A281-F61BA8384617}"/>
              </a:ext>
            </a:extLst>
          </p:cNvPr>
          <p:cNvSpPr/>
          <p:nvPr/>
        </p:nvSpPr>
        <p:spPr>
          <a:xfrm>
            <a:off x="4599608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84D590A-F534-4067-895C-4ED9D4B25E3A}"/>
              </a:ext>
            </a:extLst>
          </p:cNvPr>
          <p:cNvSpPr/>
          <p:nvPr/>
        </p:nvSpPr>
        <p:spPr>
          <a:xfrm>
            <a:off x="5153045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AA26CF-291A-4427-9BE3-725E1D8B57FF}"/>
              </a:ext>
            </a:extLst>
          </p:cNvPr>
          <p:cNvSpPr/>
          <p:nvPr/>
        </p:nvSpPr>
        <p:spPr>
          <a:xfrm>
            <a:off x="5706482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B23FAFC-DE52-47C4-886B-D50F3CC132BD}"/>
              </a:ext>
            </a:extLst>
          </p:cNvPr>
          <p:cNvSpPr/>
          <p:nvPr/>
        </p:nvSpPr>
        <p:spPr>
          <a:xfrm>
            <a:off x="6259919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8A87D66-E684-4E3B-A5CF-532FAA5C219C}"/>
              </a:ext>
            </a:extLst>
          </p:cNvPr>
          <p:cNvSpPr/>
          <p:nvPr/>
        </p:nvSpPr>
        <p:spPr>
          <a:xfrm>
            <a:off x="6813356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1FCC964-DE39-47C7-BDB7-AE3C62C5AF06}"/>
              </a:ext>
            </a:extLst>
          </p:cNvPr>
          <p:cNvSpPr/>
          <p:nvPr/>
        </p:nvSpPr>
        <p:spPr>
          <a:xfrm>
            <a:off x="7366794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5323DC-1055-4FC2-954C-54A3CA4863CB}"/>
              </a:ext>
            </a:extLst>
          </p:cNvPr>
          <p:cNvSpPr/>
          <p:nvPr/>
        </p:nvSpPr>
        <p:spPr>
          <a:xfrm>
            <a:off x="8659226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C7</a:t>
            </a:r>
            <a:endParaRPr lang="en-NL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524851A-0E6A-4C6B-BFC7-97828D9EB458}"/>
              </a:ext>
            </a:extLst>
          </p:cNvPr>
          <p:cNvSpPr/>
          <p:nvPr/>
        </p:nvSpPr>
        <p:spPr>
          <a:xfrm>
            <a:off x="9306783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C16</a:t>
            </a:r>
            <a:endParaRPr lang="en-NL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6C6C0B0-E7D0-43CF-AB04-8220AB5D9323}"/>
              </a:ext>
            </a:extLst>
          </p:cNvPr>
          <p:cNvSpPr/>
          <p:nvPr/>
        </p:nvSpPr>
        <p:spPr>
          <a:xfrm>
            <a:off x="9954340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C7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895BE44-ECD0-49B1-BDF1-37493EC89EC6}"/>
              </a:ext>
            </a:extLst>
          </p:cNvPr>
          <p:cNvSpPr/>
          <p:nvPr/>
        </p:nvSpPr>
        <p:spPr>
          <a:xfrm>
            <a:off x="10601897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C16</a:t>
            </a:r>
            <a:endParaRPr lang="en-NL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6F2FA7-585E-4363-82D5-24EEE12CF77F}"/>
              </a:ext>
            </a:extLst>
          </p:cNvPr>
          <p:cNvSpPr/>
          <p:nvPr/>
        </p:nvSpPr>
        <p:spPr>
          <a:xfrm>
            <a:off x="11249452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C16</a:t>
            </a:r>
            <a:endParaRPr lang="en-NL"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F3D949A-8A32-46E8-9969-4F7F1CE1937B}"/>
              </a:ext>
            </a:extLst>
          </p:cNvPr>
          <p:cNvSpPr/>
          <p:nvPr/>
        </p:nvSpPr>
        <p:spPr>
          <a:xfrm>
            <a:off x="8659226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5E84ED-BEEA-4690-8689-9243A7025EC9}"/>
              </a:ext>
            </a:extLst>
          </p:cNvPr>
          <p:cNvSpPr/>
          <p:nvPr/>
        </p:nvSpPr>
        <p:spPr>
          <a:xfrm>
            <a:off x="9306783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2F60325-4B1F-4A15-81D3-3F2A7BCC9937}"/>
              </a:ext>
            </a:extLst>
          </p:cNvPr>
          <p:cNvSpPr/>
          <p:nvPr/>
        </p:nvSpPr>
        <p:spPr>
          <a:xfrm>
            <a:off x="9954340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E75CE0-9B72-47FF-A24A-9E01B32EBE60}"/>
              </a:ext>
            </a:extLst>
          </p:cNvPr>
          <p:cNvSpPr/>
          <p:nvPr/>
        </p:nvSpPr>
        <p:spPr>
          <a:xfrm>
            <a:off x="10601897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3AAF2F2-2DE7-4E1F-A6D7-FFD72B7F0ECE}"/>
              </a:ext>
            </a:extLst>
          </p:cNvPr>
          <p:cNvSpPr/>
          <p:nvPr/>
        </p:nvSpPr>
        <p:spPr>
          <a:xfrm>
            <a:off x="11249452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22F3A51-1AE7-475E-9F97-604BDCD26C98}"/>
              </a:ext>
            </a:extLst>
          </p:cNvPr>
          <p:cNvSpPr/>
          <p:nvPr/>
        </p:nvSpPr>
        <p:spPr>
          <a:xfrm>
            <a:off x="8659226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16AF2E5A-FABD-4CAD-9F23-54FBEA4B50B8}"/>
              </a:ext>
            </a:extLst>
          </p:cNvPr>
          <p:cNvSpPr/>
          <p:nvPr/>
        </p:nvSpPr>
        <p:spPr>
          <a:xfrm>
            <a:off x="9306783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A57A340-C782-4968-9C06-3ED8536E865B}"/>
              </a:ext>
            </a:extLst>
          </p:cNvPr>
          <p:cNvSpPr/>
          <p:nvPr/>
        </p:nvSpPr>
        <p:spPr>
          <a:xfrm>
            <a:off x="9954340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7157DE4-D6BC-4299-9E58-BB887E54F53A}"/>
              </a:ext>
            </a:extLst>
          </p:cNvPr>
          <p:cNvSpPr/>
          <p:nvPr/>
        </p:nvSpPr>
        <p:spPr>
          <a:xfrm>
            <a:off x="10601897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13BD550-E649-4D16-AA63-B40BFE88E835}"/>
              </a:ext>
            </a:extLst>
          </p:cNvPr>
          <p:cNvSpPr/>
          <p:nvPr/>
        </p:nvSpPr>
        <p:spPr>
          <a:xfrm>
            <a:off x="11249452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C6674E-003E-4DA5-94C6-FAD5B6227910}"/>
              </a:ext>
            </a:extLst>
          </p:cNvPr>
          <p:cNvSpPr txBox="1"/>
          <p:nvPr/>
        </p:nvSpPr>
        <p:spPr>
          <a:xfrm>
            <a:off x="8237859" y="154472"/>
            <a:ext cx="192273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Surfactant stocks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CFAF9B-8DCC-4E41-B3C2-183C41C108C0}"/>
              </a:ext>
            </a:extLst>
          </p:cNvPr>
          <p:cNvSpPr txBox="1"/>
          <p:nvPr/>
        </p:nvSpPr>
        <p:spPr>
          <a:xfrm>
            <a:off x="9989259" y="3600366"/>
            <a:ext cx="192273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Neat oil stocks</a:t>
            </a:r>
            <a:endParaRPr lang="en-NL" b="1" dirty="0">
              <a:solidFill>
                <a:schemeClr val="accent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45DD78-1527-479E-B08B-7C51A00842CD}"/>
              </a:ext>
            </a:extLst>
          </p:cNvPr>
          <p:cNvCxnSpPr>
            <a:stCxn id="50" idx="2"/>
            <a:endCxn id="124" idx="0"/>
          </p:cNvCxnSpPr>
          <p:nvPr/>
        </p:nvCxnSpPr>
        <p:spPr>
          <a:xfrm flipH="1">
            <a:off x="8929226" y="523804"/>
            <a:ext cx="270000" cy="53412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1F4470-B104-48CC-A9C8-CFF3C58FE506}"/>
              </a:ext>
            </a:extLst>
          </p:cNvPr>
          <p:cNvCxnSpPr>
            <a:cxnSpLocks/>
            <a:stCxn id="50" idx="2"/>
            <a:endCxn id="125" idx="0"/>
          </p:cNvCxnSpPr>
          <p:nvPr/>
        </p:nvCxnSpPr>
        <p:spPr>
          <a:xfrm>
            <a:off x="9199226" y="523804"/>
            <a:ext cx="377557" cy="53412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C650EB-2A84-4D1B-ADE0-622DCDC81966}"/>
              </a:ext>
            </a:extLst>
          </p:cNvPr>
          <p:cNvCxnSpPr>
            <a:cxnSpLocks/>
            <a:stCxn id="51" idx="0"/>
            <a:endCxn id="126" idx="4"/>
          </p:cNvCxnSpPr>
          <p:nvPr/>
        </p:nvCxnSpPr>
        <p:spPr>
          <a:xfrm flipH="1" flipV="1">
            <a:off x="10224340" y="1597924"/>
            <a:ext cx="726286" cy="2002442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3D18F49-77DC-4CE6-BFA4-9B2D9491B6F8}"/>
              </a:ext>
            </a:extLst>
          </p:cNvPr>
          <p:cNvCxnSpPr>
            <a:cxnSpLocks/>
            <a:stCxn id="51" idx="0"/>
            <a:endCxn id="127" idx="4"/>
          </p:cNvCxnSpPr>
          <p:nvPr/>
        </p:nvCxnSpPr>
        <p:spPr>
          <a:xfrm flipH="1" flipV="1">
            <a:off x="10871897" y="1597924"/>
            <a:ext cx="78729" cy="2002442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56CB565-9B57-4103-AC30-BA17511B447E}"/>
              </a:ext>
            </a:extLst>
          </p:cNvPr>
          <p:cNvCxnSpPr>
            <a:cxnSpLocks/>
            <a:stCxn id="51" idx="0"/>
            <a:endCxn id="128" idx="4"/>
          </p:cNvCxnSpPr>
          <p:nvPr/>
        </p:nvCxnSpPr>
        <p:spPr>
          <a:xfrm flipV="1">
            <a:off x="10950626" y="1597924"/>
            <a:ext cx="568826" cy="2002442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Content Placeholder 5">
            <a:extLst>
              <a:ext uri="{FF2B5EF4-FFF2-40B4-BE49-F238E27FC236}">
                <a16:creationId xmlns:a16="http://schemas.microsoft.com/office/drawing/2014/main" id="{5B7AA761-E35A-4A78-8CA0-B1F31FB550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56" b="11201"/>
          <a:stretch/>
        </p:blipFill>
        <p:spPr>
          <a:xfrm>
            <a:off x="570530" y="640098"/>
            <a:ext cx="4708515" cy="2831719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20736CD6-C9A3-4A18-96CB-84342FDF6210}"/>
              </a:ext>
            </a:extLst>
          </p:cNvPr>
          <p:cNvSpPr/>
          <p:nvPr/>
        </p:nvSpPr>
        <p:spPr>
          <a:xfrm>
            <a:off x="2057400" y="1807155"/>
            <a:ext cx="1663699" cy="75212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2935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079A4CF-B796-4715-98AD-D31F83A91F1E}"/>
              </a:ext>
            </a:extLst>
          </p:cNvPr>
          <p:cNvSpPr/>
          <p:nvPr/>
        </p:nvSpPr>
        <p:spPr>
          <a:xfrm>
            <a:off x="4599608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6928C6-C164-4363-AD05-C97D3E0BD10A}"/>
              </a:ext>
            </a:extLst>
          </p:cNvPr>
          <p:cNvSpPr/>
          <p:nvPr/>
        </p:nvSpPr>
        <p:spPr>
          <a:xfrm>
            <a:off x="5153045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BEB354-DAB8-4F0A-9A72-7A89609BFE49}"/>
              </a:ext>
            </a:extLst>
          </p:cNvPr>
          <p:cNvSpPr/>
          <p:nvPr/>
        </p:nvSpPr>
        <p:spPr>
          <a:xfrm>
            <a:off x="5706482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0DAFADA-2775-4F5B-9FEF-9EB2C86B08FA}"/>
              </a:ext>
            </a:extLst>
          </p:cNvPr>
          <p:cNvSpPr/>
          <p:nvPr/>
        </p:nvSpPr>
        <p:spPr>
          <a:xfrm>
            <a:off x="6259919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50EA00-F5C3-4E96-BF5E-3F53B08B05FD}"/>
              </a:ext>
            </a:extLst>
          </p:cNvPr>
          <p:cNvSpPr/>
          <p:nvPr/>
        </p:nvSpPr>
        <p:spPr>
          <a:xfrm>
            <a:off x="6813356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27AB298-74A5-4373-81C5-BF542163F805}"/>
              </a:ext>
            </a:extLst>
          </p:cNvPr>
          <p:cNvSpPr/>
          <p:nvPr/>
        </p:nvSpPr>
        <p:spPr>
          <a:xfrm>
            <a:off x="7366794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857126F-A274-4D93-8A32-7908F9E2DA9A}"/>
              </a:ext>
            </a:extLst>
          </p:cNvPr>
          <p:cNvSpPr/>
          <p:nvPr/>
        </p:nvSpPr>
        <p:spPr>
          <a:xfrm>
            <a:off x="4599608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2DAF8CB-E38D-4C6B-9F5E-CC694A66709D}"/>
              </a:ext>
            </a:extLst>
          </p:cNvPr>
          <p:cNvSpPr/>
          <p:nvPr/>
        </p:nvSpPr>
        <p:spPr>
          <a:xfrm>
            <a:off x="5153045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22AC1-B514-4092-B83B-A4C2962F7237}"/>
              </a:ext>
            </a:extLst>
          </p:cNvPr>
          <p:cNvSpPr/>
          <p:nvPr/>
        </p:nvSpPr>
        <p:spPr>
          <a:xfrm>
            <a:off x="5706482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04E9937-77C6-4793-A97B-A8678E682F8A}"/>
              </a:ext>
            </a:extLst>
          </p:cNvPr>
          <p:cNvSpPr/>
          <p:nvPr/>
        </p:nvSpPr>
        <p:spPr>
          <a:xfrm>
            <a:off x="6259919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4084DBB-C875-4B95-BBF5-17616BF1986C}"/>
              </a:ext>
            </a:extLst>
          </p:cNvPr>
          <p:cNvSpPr/>
          <p:nvPr/>
        </p:nvSpPr>
        <p:spPr>
          <a:xfrm>
            <a:off x="6813356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C907458-0A48-4D9C-91F7-7D68AEAC48D8}"/>
              </a:ext>
            </a:extLst>
          </p:cNvPr>
          <p:cNvSpPr/>
          <p:nvPr/>
        </p:nvSpPr>
        <p:spPr>
          <a:xfrm>
            <a:off x="7366794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2573426-3190-47C0-8DFB-6186567A5921}"/>
              </a:ext>
            </a:extLst>
          </p:cNvPr>
          <p:cNvSpPr/>
          <p:nvPr/>
        </p:nvSpPr>
        <p:spPr>
          <a:xfrm>
            <a:off x="4599608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3C94CCE-C866-43C2-9F0B-9E650D476744}"/>
              </a:ext>
            </a:extLst>
          </p:cNvPr>
          <p:cNvSpPr/>
          <p:nvPr/>
        </p:nvSpPr>
        <p:spPr>
          <a:xfrm>
            <a:off x="5153045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8A12A0E-1A05-4876-AF2E-7733F8550F62}"/>
              </a:ext>
            </a:extLst>
          </p:cNvPr>
          <p:cNvSpPr/>
          <p:nvPr/>
        </p:nvSpPr>
        <p:spPr>
          <a:xfrm>
            <a:off x="5706482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C882CBD-AFB9-41BF-84E1-F579DE8A7868}"/>
              </a:ext>
            </a:extLst>
          </p:cNvPr>
          <p:cNvSpPr/>
          <p:nvPr/>
        </p:nvSpPr>
        <p:spPr>
          <a:xfrm>
            <a:off x="6259919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6CF1E9A-72CB-48AD-884C-D7281697C044}"/>
              </a:ext>
            </a:extLst>
          </p:cNvPr>
          <p:cNvSpPr/>
          <p:nvPr/>
        </p:nvSpPr>
        <p:spPr>
          <a:xfrm>
            <a:off x="6813356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EB35F9-0D3F-43AE-9330-3B7ED1872CCD}"/>
              </a:ext>
            </a:extLst>
          </p:cNvPr>
          <p:cNvSpPr/>
          <p:nvPr/>
        </p:nvSpPr>
        <p:spPr>
          <a:xfrm>
            <a:off x="7366794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6844BEB-EE05-47A9-A281-F61BA8384617}"/>
              </a:ext>
            </a:extLst>
          </p:cNvPr>
          <p:cNvSpPr/>
          <p:nvPr/>
        </p:nvSpPr>
        <p:spPr>
          <a:xfrm>
            <a:off x="4599608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84D590A-F534-4067-895C-4ED9D4B25E3A}"/>
              </a:ext>
            </a:extLst>
          </p:cNvPr>
          <p:cNvSpPr/>
          <p:nvPr/>
        </p:nvSpPr>
        <p:spPr>
          <a:xfrm>
            <a:off x="5153045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AA26CF-291A-4427-9BE3-725E1D8B57FF}"/>
              </a:ext>
            </a:extLst>
          </p:cNvPr>
          <p:cNvSpPr/>
          <p:nvPr/>
        </p:nvSpPr>
        <p:spPr>
          <a:xfrm>
            <a:off x="5706482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B23FAFC-DE52-47C4-886B-D50F3CC132BD}"/>
              </a:ext>
            </a:extLst>
          </p:cNvPr>
          <p:cNvSpPr/>
          <p:nvPr/>
        </p:nvSpPr>
        <p:spPr>
          <a:xfrm>
            <a:off x="6259919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8A87D66-E684-4E3B-A5CF-532FAA5C219C}"/>
              </a:ext>
            </a:extLst>
          </p:cNvPr>
          <p:cNvSpPr/>
          <p:nvPr/>
        </p:nvSpPr>
        <p:spPr>
          <a:xfrm>
            <a:off x="6813356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1FCC964-DE39-47C7-BDB7-AE3C62C5AF06}"/>
              </a:ext>
            </a:extLst>
          </p:cNvPr>
          <p:cNvSpPr/>
          <p:nvPr/>
        </p:nvSpPr>
        <p:spPr>
          <a:xfrm>
            <a:off x="7366794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5323DC-1055-4FC2-954C-54A3CA4863CB}"/>
              </a:ext>
            </a:extLst>
          </p:cNvPr>
          <p:cNvSpPr/>
          <p:nvPr/>
        </p:nvSpPr>
        <p:spPr>
          <a:xfrm>
            <a:off x="8659226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C7</a:t>
            </a:r>
            <a:endParaRPr lang="en-NL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524851A-0E6A-4C6B-BFC7-97828D9EB458}"/>
              </a:ext>
            </a:extLst>
          </p:cNvPr>
          <p:cNvSpPr/>
          <p:nvPr/>
        </p:nvSpPr>
        <p:spPr>
          <a:xfrm>
            <a:off x="9306783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C16</a:t>
            </a:r>
            <a:endParaRPr lang="en-NL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6C6C0B0-E7D0-43CF-AB04-8220AB5D9323}"/>
              </a:ext>
            </a:extLst>
          </p:cNvPr>
          <p:cNvSpPr/>
          <p:nvPr/>
        </p:nvSpPr>
        <p:spPr>
          <a:xfrm>
            <a:off x="9954340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C7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895BE44-ECD0-49B1-BDF1-37493EC89EC6}"/>
              </a:ext>
            </a:extLst>
          </p:cNvPr>
          <p:cNvSpPr/>
          <p:nvPr/>
        </p:nvSpPr>
        <p:spPr>
          <a:xfrm>
            <a:off x="10601897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C16</a:t>
            </a:r>
            <a:endParaRPr lang="en-NL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6F2FA7-585E-4363-82D5-24EEE12CF77F}"/>
              </a:ext>
            </a:extLst>
          </p:cNvPr>
          <p:cNvSpPr/>
          <p:nvPr/>
        </p:nvSpPr>
        <p:spPr>
          <a:xfrm>
            <a:off x="11249452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C16</a:t>
            </a:r>
            <a:endParaRPr lang="en-NL" sz="1000" b="1" dirty="0">
              <a:solidFill>
                <a:schemeClr val="accent1"/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F3D949A-8A32-46E8-9969-4F7F1CE1937B}"/>
              </a:ext>
            </a:extLst>
          </p:cNvPr>
          <p:cNvSpPr/>
          <p:nvPr/>
        </p:nvSpPr>
        <p:spPr>
          <a:xfrm>
            <a:off x="8659226" y="1673601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4C6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5E84ED-BEEA-4690-8689-9243A7025EC9}"/>
              </a:ext>
            </a:extLst>
          </p:cNvPr>
          <p:cNvSpPr/>
          <p:nvPr/>
        </p:nvSpPr>
        <p:spPr>
          <a:xfrm>
            <a:off x="9306783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2F60325-4B1F-4A15-81D3-3F2A7BCC9937}"/>
              </a:ext>
            </a:extLst>
          </p:cNvPr>
          <p:cNvSpPr/>
          <p:nvPr/>
        </p:nvSpPr>
        <p:spPr>
          <a:xfrm>
            <a:off x="9954340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E75CE0-9B72-47FF-A24A-9E01B32EBE60}"/>
              </a:ext>
            </a:extLst>
          </p:cNvPr>
          <p:cNvSpPr/>
          <p:nvPr/>
        </p:nvSpPr>
        <p:spPr>
          <a:xfrm>
            <a:off x="10601897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3AAF2F2-2DE7-4E1F-A6D7-FFD72B7F0ECE}"/>
              </a:ext>
            </a:extLst>
          </p:cNvPr>
          <p:cNvSpPr/>
          <p:nvPr/>
        </p:nvSpPr>
        <p:spPr>
          <a:xfrm>
            <a:off x="11249452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22F3A51-1AE7-475E-9F97-604BDCD26C98}"/>
              </a:ext>
            </a:extLst>
          </p:cNvPr>
          <p:cNvSpPr/>
          <p:nvPr/>
        </p:nvSpPr>
        <p:spPr>
          <a:xfrm>
            <a:off x="8659226" y="2289278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16AF2E5A-FABD-4CAD-9F23-54FBEA4B50B8}"/>
              </a:ext>
            </a:extLst>
          </p:cNvPr>
          <p:cNvSpPr/>
          <p:nvPr/>
        </p:nvSpPr>
        <p:spPr>
          <a:xfrm>
            <a:off x="9306783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A57A340-C782-4968-9C06-3ED8536E865B}"/>
              </a:ext>
            </a:extLst>
          </p:cNvPr>
          <p:cNvSpPr/>
          <p:nvPr/>
        </p:nvSpPr>
        <p:spPr>
          <a:xfrm>
            <a:off x="9954340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7157DE4-D6BC-4299-9E58-BB887E54F53A}"/>
              </a:ext>
            </a:extLst>
          </p:cNvPr>
          <p:cNvSpPr/>
          <p:nvPr/>
        </p:nvSpPr>
        <p:spPr>
          <a:xfrm>
            <a:off x="10601897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13BD550-E649-4D16-AA63-B40BFE88E835}"/>
              </a:ext>
            </a:extLst>
          </p:cNvPr>
          <p:cNvSpPr/>
          <p:nvPr/>
        </p:nvSpPr>
        <p:spPr>
          <a:xfrm>
            <a:off x="11249452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A108DC47-0150-47A7-A123-91F30303A3D2}"/>
              </a:ext>
            </a:extLst>
          </p:cNvPr>
          <p:cNvCxnSpPr>
            <a:stCxn id="124" idx="2"/>
            <a:endCxn id="129" idx="2"/>
          </p:cNvCxnSpPr>
          <p:nvPr/>
        </p:nvCxnSpPr>
        <p:spPr>
          <a:xfrm rot="10800000" flipV="1">
            <a:off x="8659226" y="1327923"/>
            <a:ext cx="12700" cy="615677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4903E120-B3D7-4064-982A-D03C727AD5CB}"/>
              </a:ext>
            </a:extLst>
          </p:cNvPr>
          <p:cNvCxnSpPr>
            <a:stCxn id="126" idx="0"/>
            <a:endCxn id="129" idx="2"/>
          </p:cNvCxnSpPr>
          <p:nvPr/>
        </p:nvCxnSpPr>
        <p:spPr>
          <a:xfrm rot="16200000" flipH="1" flipV="1">
            <a:off x="8998944" y="718205"/>
            <a:ext cx="885677" cy="1565114"/>
          </a:xfrm>
          <a:prstGeom prst="curvedConnector4">
            <a:avLst>
              <a:gd name="adj1" fmla="val -67707"/>
              <a:gd name="adj2" fmla="val 145935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816A1593-2E75-4E7F-AE7B-0F6576D956D5}"/>
              </a:ext>
            </a:extLst>
          </p:cNvPr>
          <p:cNvCxnSpPr>
            <a:stCxn id="125" idx="4"/>
            <a:endCxn id="134" idx="6"/>
          </p:cNvCxnSpPr>
          <p:nvPr/>
        </p:nvCxnSpPr>
        <p:spPr>
          <a:xfrm rot="5400000">
            <a:off x="8907328" y="1889823"/>
            <a:ext cx="961354" cy="377557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6AB8D62F-3E08-455D-B907-AFA69CE72179}"/>
              </a:ext>
            </a:extLst>
          </p:cNvPr>
          <p:cNvCxnSpPr>
            <a:cxnSpLocks/>
            <a:stCxn id="127" idx="4"/>
            <a:endCxn id="134" idx="6"/>
          </p:cNvCxnSpPr>
          <p:nvPr/>
        </p:nvCxnSpPr>
        <p:spPr>
          <a:xfrm rot="5400000">
            <a:off x="9554885" y="1242266"/>
            <a:ext cx="961354" cy="1672671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88C4FC-E6B9-4BBC-A8B5-FA1541693FB3}"/>
              </a:ext>
            </a:extLst>
          </p:cNvPr>
          <p:cNvCxnSpPr>
            <a:cxnSpLocks/>
            <a:stCxn id="129" idx="3"/>
            <a:endCxn id="27" idx="3"/>
          </p:cNvCxnSpPr>
          <p:nvPr/>
        </p:nvCxnSpPr>
        <p:spPr>
          <a:xfrm flipH="1">
            <a:off x="8011670" y="2134520"/>
            <a:ext cx="726637" cy="339424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CE7770-7D6D-45CE-8FC5-83A3864E5416}"/>
              </a:ext>
            </a:extLst>
          </p:cNvPr>
          <p:cNvSpPr txBox="1"/>
          <p:nvPr/>
        </p:nvSpPr>
        <p:spPr>
          <a:xfrm>
            <a:off x="6378856" y="2289278"/>
            <a:ext cx="163281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Run stock in C7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6370B8-2BBE-4D8C-AED8-4DB36153DCDD}"/>
              </a:ext>
            </a:extLst>
          </p:cNvPr>
          <p:cNvSpPr txBox="1"/>
          <p:nvPr/>
        </p:nvSpPr>
        <p:spPr>
          <a:xfrm>
            <a:off x="6259919" y="2894446"/>
            <a:ext cx="175881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Run stock in C16</a:t>
            </a:r>
            <a:endParaRPr lang="en-NL" b="1" dirty="0">
              <a:solidFill>
                <a:schemeClr val="accent1"/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A4F8F46-7920-4BE2-A0BD-6AE652BA3E47}"/>
              </a:ext>
            </a:extLst>
          </p:cNvPr>
          <p:cNvCxnSpPr>
            <a:cxnSpLocks/>
            <a:stCxn id="134" idx="3"/>
            <a:endCxn id="71" idx="3"/>
          </p:cNvCxnSpPr>
          <p:nvPr/>
        </p:nvCxnSpPr>
        <p:spPr>
          <a:xfrm flipH="1">
            <a:off x="8018733" y="2750197"/>
            <a:ext cx="719574" cy="328915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2C899DC6-442B-43C1-ACB7-8D24DA3436D3}"/>
              </a:ext>
            </a:extLst>
          </p:cNvPr>
          <p:cNvCxnSpPr>
            <a:cxnSpLocks/>
            <a:stCxn id="128" idx="4"/>
          </p:cNvCxnSpPr>
          <p:nvPr/>
        </p:nvCxnSpPr>
        <p:spPr>
          <a:xfrm rot="5400000">
            <a:off x="7529780" y="-225374"/>
            <a:ext cx="2166375" cy="5812970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441D87-B7BF-4DCB-B769-1C94697F58FB}"/>
              </a:ext>
            </a:extLst>
          </p:cNvPr>
          <p:cNvCxnSpPr>
            <a:cxnSpLocks/>
            <a:endCxn id="96" idx="7"/>
          </p:cNvCxnSpPr>
          <p:nvPr/>
        </p:nvCxnSpPr>
        <p:spPr>
          <a:xfrm flipH="1">
            <a:off x="4814703" y="3764299"/>
            <a:ext cx="891780" cy="49004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3123B87-E573-4E2F-AF1A-924E275179E4}"/>
              </a:ext>
            </a:extLst>
          </p:cNvPr>
          <p:cNvCxnSpPr>
            <a:endCxn id="97" idx="7"/>
          </p:cNvCxnSpPr>
          <p:nvPr/>
        </p:nvCxnSpPr>
        <p:spPr>
          <a:xfrm flipH="1">
            <a:off x="5368140" y="3764299"/>
            <a:ext cx="338342" cy="49004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7EC6792-2C2D-484F-8AD9-0BD1CA3F722B}"/>
              </a:ext>
            </a:extLst>
          </p:cNvPr>
          <p:cNvCxnSpPr>
            <a:endCxn id="102" idx="0"/>
          </p:cNvCxnSpPr>
          <p:nvPr/>
        </p:nvCxnSpPr>
        <p:spPr>
          <a:xfrm>
            <a:off x="5706482" y="3764299"/>
            <a:ext cx="126000" cy="453136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B18F1BD-7A5D-400B-BF73-6478D4B8DAA2}"/>
              </a:ext>
            </a:extLst>
          </p:cNvPr>
          <p:cNvCxnSpPr>
            <a:endCxn id="103" idx="1"/>
          </p:cNvCxnSpPr>
          <p:nvPr/>
        </p:nvCxnSpPr>
        <p:spPr>
          <a:xfrm>
            <a:off x="5706482" y="3764299"/>
            <a:ext cx="590342" cy="49004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26445DA-E74A-477B-A7A7-94C19CDFBE53}"/>
              </a:ext>
            </a:extLst>
          </p:cNvPr>
          <p:cNvSpPr txBox="1"/>
          <p:nvPr/>
        </p:nvSpPr>
        <p:spPr>
          <a:xfrm>
            <a:off x="3465467" y="3475702"/>
            <a:ext cx="193466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Washing solutions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20393D-86F3-4F28-BC46-F791AD48EDFC}"/>
              </a:ext>
            </a:extLst>
          </p:cNvPr>
          <p:cNvSpPr txBox="1"/>
          <p:nvPr/>
        </p:nvSpPr>
        <p:spPr>
          <a:xfrm>
            <a:off x="5146069" y="1759329"/>
            <a:ext cx="2847767" cy="3077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Adjust surfactant concentration!</a:t>
            </a:r>
          </a:p>
        </p:txBody>
      </p:sp>
    </p:spTree>
    <p:extLst>
      <p:ext uri="{BB962C8B-B14F-4D97-AF65-F5344CB8AC3E}">
        <p14:creationId xmlns:p14="http://schemas.microsoft.com/office/powerpoint/2010/main" val="60455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079A4CF-B796-4715-98AD-D31F83A91F1E}"/>
              </a:ext>
            </a:extLst>
          </p:cNvPr>
          <p:cNvSpPr/>
          <p:nvPr/>
        </p:nvSpPr>
        <p:spPr>
          <a:xfrm>
            <a:off x="4599608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6928C6-C164-4363-AD05-C97D3E0BD10A}"/>
              </a:ext>
            </a:extLst>
          </p:cNvPr>
          <p:cNvSpPr/>
          <p:nvPr/>
        </p:nvSpPr>
        <p:spPr>
          <a:xfrm>
            <a:off x="5153045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BEB354-DAB8-4F0A-9A72-7A89609BFE49}"/>
              </a:ext>
            </a:extLst>
          </p:cNvPr>
          <p:cNvSpPr/>
          <p:nvPr/>
        </p:nvSpPr>
        <p:spPr>
          <a:xfrm>
            <a:off x="5706482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0DAFADA-2775-4F5B-9FEF-9EB2C86B08FA}"/>
              </a:ext>
            </a:extLst>
          </p:cNvPr>
          <p:cNvSpPr/>
          <p:nvPr/>
        </p:nvSpPr>
        <p:spPr>
          <a:xfrm>
            <a:off x="6259919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50EA00-F5C3-4E96-BF5E-3F53B08B05FD}"/>
              </a:ext>
            </a:extLst>
          </p:cNvPr>
          <p:cNvSpPr/>
          <p:nvPr/>
        </p:nvSpPr>
        <p:spPr>
          <a:xfrm>
            <a:off x="6813356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27AB298-74A5-4373-81C5-BF542163F805}"/>
              </a:ext>
            </a:extLst>
          </p:cNvPr>
          <p:cNvSpPr/>
          <p:nvPr/>
        </p:nvSpPr>
        <p:spPr>
          <a:xfrm>
            <a:off x="7366794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857126F-A274-4D93-8A32-7908F9E2DA9A}"/>
              </a:ext>
            </a:extLst>
          </p:cNvPr>
          <p:cNvSpPr/>
          <p:nvPr/>
        </p:nvSpPr>
        <p:spPr>
          <a:xfrm>
            <a:off x="4599608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2DAF8CB-E38D-4C6B-9F5E-CC694A66709D}"/>
              </a:ext>
            </a:extLst>
          </p:cNvPr>
          <p:cNvSpPr/>
          <p:nvPr/>
        </p:nvSpPr>
        <p:spPr>
          <a:xfrm>
            <a:off x="5153045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22AC1-B514-4092-B83B-A4C2962F7237}"/>
              </a:ext>
            </a:extLst>
          </p:cNvPr>
          <p:cNvSpPr/>
          <p:nvPr/>
        </p:nvSpPr>
        <p:spPr>
          <a:xfrm>
            <a:off x="5706482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04E9937-77C6-4793-A97B-A8678E682F8A}"/>
              </a:ext>
            </a:extLst>
          </p:cNvPr>
          <p:cNvSpPr/>
          <p:nvPr/>
        </p:nvSpPr>
        <p:spPr>
          <a:xfrm>
            <a:off x="6259919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4084DBB-C875-4B95-BBF5-17616BF1986C}"/>
              </a:ext>
            </a:extLst>
          </p:cNvPr>
          <p:cNvSpPr/>
          <p:nvPr/>
        </p:nvSpPr>
        <p:spPr>
          <a:xfrm>
            <a:off x="6813356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C907458-0A48-4D9C-91F7-7D68AEAC48D8}"/>
              </a:ext>
            </a:extLst>
          </p:cNvPr>
          <p:cNvSpPr/>
          <p:nvPr/>
        </p:nvSpPr>
        <p:spPr>
          <a:xfrm>
            <a:off x="7366794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2573426-3190-47C0-8DFB-6186567A5921}"/>
              </a:ext>
            </a:extLst>
          </p:cNvPr>
          <p:cNvSpPr/>
          <p:nvPr/>
        </p:nvSpPr>
        <p:spPr>
          <a:xfrm>
            <a:off x="4599608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3C94CCE-C866-43C2-9F0B-9E650D476744}"/>
              </a:ext>
            </a:extLst>
          </p:cNvPr>
          <p:cNvSpPr/>
          <p:nvPr/>
        </p:nvSpPr>
        <p:spPr>
          <a:xfrm>
            <a:off x="5153045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8A12A0E-1A05-4876-AF2E-7733F8550F62}"/>
              </a:ext>
            </a:extLst>
          </p:cNvPr>
          <p:cNvSpPr/>
          <p:nvPr/>
        </p:nvSpPr>
        <p:spPr>
          <a:xfrm>
            <a:off x="5706482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C882CBD-AFB9-41BF-84E1-F579DE8A7868}"/>
              </a:ext>
            </a:extLst>
          </p:cNvPr>
          <p:cNvSpPr/>
          <p:nvPr/>
        </p:nvSpPr>
        <p:spPr>
          <a:xfrm>
            <a:off x="6259919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6CF1E9A-72CB-48AD-884C-D7281697C044}"/>
              </a:ext>
            </a:extLst>
          </p:cNvPr>
          <p:cNvSpPr/>
          <p:nvPr/>
        </p:nvSpPr>
        <p:spPr>
          <a:xfrm>
            <a:off x="6813356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EB35F9-0D3F-43AE-9330-3B7ED1872CCD}"/>
              </a:ext>
            </a:extLst>
          </p:cNvPr>
          <p:cNvSpPr/>
          <p:nvPr/>
        </p:nvSpPr>
        <p:spPr>
          <a:xfrm>
            <a:off x="7366794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6844BEB-EE05-47A9-A281-F61BA8384617}"/>
              </a:ext>
            </a:extLst>
          </p:cNvPr>
          <p:cNvSpPr/>
          <p:nvPr/>
        </p:nvSpPr>
        <p:spPr>
          <a:xfrm>
            <a:off x="4599608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84D590A-F534-4067-895C-4ED9D4B25E3A}"/>
              </a:ext>
            </a:extLst>
          </p:cNvPr>
          <p:cNvSpPr/>
          <p:nvPr/>
        </p:nvSpPr>
        <p:spPr>
          <a:xfrm>
            <a:off x="5153045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AA26CF-291A-4427-9BE3-725E1D8B57FF}"/>
              </a:ext>
            </a:extLst>
          </p:cNvPr>
          <p:cNvSpPr/>
          <p:nvPr/>
        </p:nvSpPr>
        <p:spPr>
          <a:xfrm>
            <a:off x="5706482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B23FAFC-DE52-47C4-886B-D50F3CC132BD}"/>
              </a:ext>
            </a:extLst>
          </p:cNvPr>
          <p:cNvSpPr/>
          <p:nvPr/>
        </p:nvSpPr>
        <p:spPr>
          <a:xfrm>
            <a:off x="6259919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8A87D66-E684-4E3B-A5CF-532FAA5C219C}"/>
              </a:ext>
            </a:extLst>
          </p:cNvPr>
          <p:cNvSpPr/>
          <p:nvPr/>
        </p:nvSpPr>
        <p:spPr>
          <a:xfrm>
            <a:off x="6813356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1FCC964-DE39-47C7-BDB7-AE3C62C5AF06}"/>
              </a:ext>
            </a:extLst>
          </p:cNvPr>
          <p:cNvSpPr/>
          <p:nvPr/>
        </p:nvSpPr>
        <p:spPr>
          <a:xfrm>
            <a:off x="7366794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5323DC-1055-4FC2-954C-54A3CA4863CB}"/>
              </a:ext>
            </a:extLst>
          </p:cNvPr>
          <p:cNvSpPr/>
          <p:nvPr/>
        </p:nvSpPr>
        <p:spPr>
          <a:xfrm>
            <a:off x="8659226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C7</a:t>
            </a:r>
            <a:endParaRPr lang="en-NL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524851A-0E6A-4C6B-BFC7-97828D9EB458}"/>
              </a:ext>
            </a:extLst>
          </p:cNvPr>
          <p:cNvSpPr/>
          <p:nvPr/>
        </p:nvSpPr>
        <p:spPr>
          <a:xfrm>
            <a:off x="9306783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  <a:p>
            <a:pPr algn="ctr"/>
            <a:r>
              <a:rPr lang="en-US" sz="1000" dirty="0">
                <a:solidFill>
                  <a:schemeClr val="accent2">
                    <a:lumMod val="50000"/>
                  </a:schemeClr>
                </a:solidFill>
              </a:rPr>
              <a:t>C16</a:t>
            </a:r>
            <a:endParaRPr lang="en-NL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6C6C0B0-E7D0-43CF-AB04-8220AB5D9323}"/>
              </a:ext>
            </a:extLst>
          </p:cNvPr>
          <p:cNvSpPr/>
          <p:nvPr/>
        </p:nvSpPr>
        <p:spPr>
          <a:xfrm>
            <a:off x="9954340" y="1057924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C7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895BE44-ECD0-49B1-BDF1-37493EC89EC6}"/>
              </a:ext>
            </a:extLst>
          </p:cNvPr>
          <p:cNvSpPr/>
          <p:nvPr/>
        </p:nvSpPr>
        <p:spPr>
          <a:xfrm>
            <a:off x="10601897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C16</a:t>
            </a:r>
            <a:endParaRPr lang="en-NL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6F2FA7-585E-4363-82D5-24EEE12CF77F}"/>
              </a:ext>
            </a:extLst>
          </p:cNvPr>
          <p:cNvSpPr/>
          <p:nvPr/>
        </p:nvSpPr>
        <p:spPr>
          <a:xfrm>
            <a:off x="11249452" y="1057924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C16</a:t>
            </a:r>
            <a:endParaRPr lang="en-NL" sz="1000" b="1" dirty="0">
              <a:solidFill>
                <a:schemeClr val="accent1"/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F3D949A-8A32-46E8-9969-4F7F1CE1937B}"/>
              </a:ext>
            </a:extLst>
          </p:cNvPr>
          <p:cNvSpPr/>
          <p:nvPr/>
        </p:nvSpPr>
        <p:spPr>
          <a:xfrm>
            <a:off x="8659226" y="1673601"/>
            <a:ext cx="540000" cy="54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4C6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5E84ED-BEEA-4690-8689-9243A7025EC9}"/>
              </a:ext>
            </a:extLst>
          </p:cNvPr>
          <p:cNvSpPr/>
          <p:nvPr/>
        </p:nvSpPr>
        <p:spPr>
          <a:xfrm>
            <a:off x="9306783" y="1673601"/>
            <a:ext cx="540000" cy="540000"/>
          </a:xfrm>
          <a:prstGeom prst="ellipse">
            <a:avLst/>
          </a:prstGeom>
          <a:solidFill>
            <a:srgbClr val="FFED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4:1</a:t>
            </a:r>
            <a:endParaRPr lang="en-NL" sz="1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2F60325-4B1F-4A15-81D3-3F2A7BCC9937}"/>
              </a:ext>
            </a:extLst>
          </p:cNvPr>
          <p:cNvSpPr/>
          <p:nvPr/>
        </p:nvSpPr>
        <p:spPr>
          <a:xfrm>
            <a:off x="9954340" y="1673601"/>
            <a:ext cx="540000" cy="540000"/>
          </a:xfrm>
          <a:prstGeom prst="ellipse">
            <a:avLst/>
          </a:prstGeom>
          <a:solidFill>
            <a:srgbClr val="FFE8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3:2</a:t>
            </a:r>
            <a:endParaRPr lang="en-NL" sz="1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E75CE0-9B72-47FF-A24A-9E01B32EBE60}"/>
              </a:ext>
            </a:extLst>
          </p:cNvPr>
          <p:cNvSpPr/>
          <p:nvPr/>
        </p:nvSpPr>
        <p:spPr>
          <a:xfrm>
            <a:off x="10601897" y="1673601"/>
            <a:ext cx="540000" cy="540000"/>
          </a:xfrm>
          <a:prstGeom prst="ellipse">
            <a:avLst/>
          </a:prstGeom>
          <a:solidFill>
            <a:srgbClr val="FFE3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2:3</a:t>
            </a:r>
            <a:endParaRPr lang="en-NL" sz="1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3AAF2F2-2DE7-4E1F-A6D7-FFD72B7F0ECE}"/>
              </a:ext>
            </a:extLst>
          </p:cNvPr>
          <p:cNvSpPr/>
          <p:nvPr/>
        </p:nvSpPr>
        <p:spPr>
          <a:xfrm>
            <a:off x="11249452" y="1673601"/>
            <a:ext cx="540000" cy="540000"/>
          </a:xfrm>
          <a:prstGeom prst="ellipse">
            <a:avLst/>
          </a:prstGeom>
          <a:solidFill>
            <a:srgbClr val="FFDE7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1:4</a:t>
            </a:r>
            <a:endParaRPr lang="en-NL" sz="1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22F3A51-1AE7-475E-9F97-604BDCD26C98}"/>
              </a:ext>
            </a:extLst>
          </p:cNvPr>
          <p:cNvSpPr/>
          <p:nvPr/>
        </p:nvSpPr>
        <p:spPr>
          <a:xfrm>
            <a:off x="8659226" y="2289278"/>
            <a:ext cx="540000" cy="54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16AF2E5A-FABD-4CAD-9F23-54FBEA4B50B8}"/>
              </a:ext>
            </a:extLst>
          </p:cNvPr>
          <p:cNvSpPr/>
          <p:nvPr/>
        </p:nvSpPr>
        <p:spPr>
          <a:xfrm>
            <a:off x="9306783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A57A340-C782-4968-9C06-3ED8536E865B}"/>
              </a:ext>
            </a:extLst>
          </p:cNvPr>
          <p:cNvSpPr/>
          <p:nvPr/>
        </p:nvSpPr>
        <p:spPr>
          <a:xfrm>
            <a:off x="9954340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7157DE4-D6BC-4299-9E58-BB887E54F53A}"/>
              </a:ext>
            </a:extLst>
          </p:cNvPr>
          <p:cNvSpPr/>
          <p:nvPr/>
        </p:nvSpPr>
        <p:spPr>
          <a:xfrm>
            <a:off x="10601897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13BD550-E649-4D16-AA63-B40BFE88E835}"/>
              </a:ext>
            </a:extLst>
          </p:cNvPr>
          <p:cNvSpPr/>
          <p:nvPr/>
        </p:nvSpPr>
        <p:spPr>
          <a:xfrm>
            <a:off x="11249452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88C4FC-E6B9-4BBC-A8B5-FA1541693FB3}"/>
              </a:ext>
            </a:extLst>
          </p:cNvPr>
          <p:cNvCxnSpPr>
            <a:cxnSpLocks/>
            <a:stCxn id="129" idx="3"/>
            <a:endCxn id="27" idx="3"/>
          </p:cNvCxnSpPr>
          <p:nvPr/>
        </p:nvCxnSpPr>
        <p:spPr>
          <a:xfrm flipH="1">
            <a:off x="8011670" y="2134520"/>
            <a:ext cx="726637" cy="339424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CE7770-7D6D-45CE-8FC5-83A3864E5416}"/>
              </a:ext>
            </a:extLst>
          </p:cNvPr>
          <p:cNvSpPr txBox="1"/>
          <p:nvPr/>
        </p:nvSpPr>
        <p:spPr>
          <a:xfrm>
            <a:off x="6378856" y="2289278"/>
            <a:ext cx="163281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Run stock in C7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6370B8-2BBE-4D8C-AED8-4DB36153DCDD}"/>
              </a:ext>
            </a:extLst>
          </p:cNvPr>
          <p:cNvSpPr txBox="1"/>
          <p:nvPr/>
        </p:nvSpPr>
        <p:spPr>
          <a:xfrm>
            <a:off x="6259919" y="2894446"/>
            <a:ext cx="175881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Run stock in C16</a:t>
            </a:r>
            <a:endParaRPr lang="en-NL" b="1" dirty="0">
              <a:solidFill>
                <a:schemeClr val="accent1"/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A4F8F46-7920-4BE2-A0BD-6AE652BA3E47}"/>
              </a:ext>
            </a:extLst>
          </p:cNvPr>
          <p:cNvCxnSpPr>
            <a:cxnSpLocks/>
            <a:stCxn id="134" idx="3"/>
            <a:endCxn id="71" idx="3"/>
          </p:cNvCxnSpPr>
          <p:nvPr/>
        </p:nvCxnSpPr>
        <p:spPr>
          <a:xfrm flipH="1">
            <a:off x="8018733" y="2750197"/>
            <a:ext cx="719574" cy="328915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26445DA-E74A-477B-A7A7-94C19CDFBE53}"/>
              </a:ext>
            </a:extLst>
          </p:cNvPr>
          <p:cNvSpPr txBox="1"/>
          <p:nvPr/>
        </p:nvSpPr>
        <p:spPr>
          <a:xfrm>
            <a:off x="3465467" y="3475702"/>
            <a:ext cx="193466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Washing solutions</a:t>
            </a:r>
            <a:endParaRPr lang="en-NL" b="1" dirty="0">
              <a:solidFill>
                <a:schemeClr val="accent1"/>
              </a:solidFill>
            </a:endParaRP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23C248AE-1BEE-4E15-A962-7D88DDBBAE2B}"/>
              </a:ext>
            </a:extLst>
          </p:cNvPr>
          <p:cNvCxnSpPr>
            <a:cxnSpLocks/>
            <a:stCxn id="129" idx="0"/>
            <a:endCxn id="130" idx="0"/>
          </p:cNvCxnSpPr>
          <p:nvPr/>
        </p:nvCxnSpPr>
        <p:spPr>
          <a:xfrm rot="5400000" flipH="1" flipV="1">
            <a:off x="9253004" y="1349823"/>
            <a:ext cx="12700" cy="647557"/>
          </a:xfrm>
          <a:prstGeom prst="curvedConnector3">
            <a:avLst>
              <a:gd name="adj1" fmla="val 8895654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0E7AC8F1-B945-4333-ABCF-2ADC5DA1E3D6}"/>
              </a:ext>
            </a:extLst>
          </p:cNvPr>
          <p:cNvCxnSpPr>
            <a:cxnSpLocks/>
            <a:stCxn id="129" idx="0"/>
            <a:endCxn id="131" idx="0"/>
          </p:cNvCxnSpPr>
          <p:nvPr/>
        </p:nvCxnSpPr>
        <p:spPr>
          <a:xfrm rot="5400000" flipH="1" flipV="1">
            <a:off x="9576783" y="1026044"/>
            <a:ext cx="12700" cy="1295114"/>
          </a:xfrm>
          <a:prstGeom prst="curvedConnector3">
            <a:avLst>
              <a:gd name="adj1" fmla="val 9100000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24D710E6-9AC8-4106-8420-41DF1A4EB6D7}"/>
              </a:ext>
            </a:extLst>
          </p:cNvPr>
          <p:cNvCxnSpPr>
            <a:cxnSpLocks/>
            <a:stCxn id="129" idx="0"/>
            <a:endCxn id="132" idx="0"/>
          </p:cNvCxnSpPr>
          <p:nvPr/>
        </p:nvCxnSpPr>
        <p:spPr>
          <a:xfrm rot="5400000" flipH="1" flipV="1">
            <a:off x="9900561" y="702266"/>
            <a:ext cx="12700" cy="1942671"/>
          </a:xfrm>
          <a:prstGeom prst="curvedConnector3">
            <a:avLst>
              <a:gd name="adj1" fmla="val 9200000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Curved 74">
            <a:extLst>
              <a:ext uri="{FF2B5EF4-FFF2-40B4-BE49-F238E27FC236}">
                <a16:creationId xmlns:a16="http://schemas.microsoft.com/office/drawing/2014/main" id="{7B265D43-405D-4A57-A9C6-3F1A1924F94B}"/>
              </a:ext>
            </a:extLst>
          </p:cNvPr>
          <p:cNvCxnSpPr>
            <a:cxnSpLocks/>
            <a:stCxn id="129" idx="0"/>
            <a:endCxn id="133" idx="0"/>
          </p:cNvCxnSpPr>
          <p:nvPr/>
        </p:nvCxnSpPr>
        <p:spPr>
          <a:xfrm rot="5400000" flipH="1" flipV="1">
            <a:off x="10224339" y="378488"/>
            <a:ext cx="12700" cy="2590226"/>
          </a:xfrm>
          <a:prstGeom prst="curvedConnector3">
            <a:avLst>
              <a:gd name="adj1" fmla="val 9300000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800A0E19-4F26-4B8B-9868-1D1D8099BD7F}"/>
              </a:ext>
            </a:extLst>
          </p:cNvPr>
          <p:cNvCxnSpPr>
            <a:cxnSpLocks/>
            <a:stCxn id="134" idx="6"/>
            <a:endCxn id="130" idx="4"/>
          </p:cNvCxnSpPr>
          <p:nvPr/>
        </p:nvCxnSpPr>
        <p:spPr>
          <a:xfrm flipV="1">
            <a:off x="9199226" y="2213601"/>
            <a:ext cx="377557" cy="345677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8575595D-E170-468E-94FA-425424F150C5}"/>
              </a:ext>
            </a:extLst>
          </p:cNvPr>
          <p:cNvCxnSpPr>
            <a:cxnSpLocks/>
            <a:stCxn id="134" idx="6"/>
            <a:endCxn id="131" idx="4"/>
          </p:cNvCxnSpPr>
          <p:nvPr/>
        </p:nvCxnSpPr>
        <p:spPr>
          <a:xfrm flipV="1">
            <a:off x="9199226" y="2213601"/>
            <a:ext cx="1025114" cy="345677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6432622F-5488-4B32-A365-C468BC00624B}"/>
              </a:ext>
            </a:extLst>
          </p:cNvPr>
          <p:cNvCxnSpPr>
            <a:cxnSpLocks/>
            <a:stCxn id="134" idx="6"/>
            <a:endCxn id="132" idx="4"/>
          </p:cNvCxnSpPr>
          <p:nvPr/>
        </p:nvCxnSpPr>
        <p:spPr>
          <a:xfrm flipV="1">
            <a:off x="9199226" y="2213601"/>
            <a:ext cx="1672671" cy="345677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81E179AD-D569-4940-B9FC-19A2841B736B}"/>
              </a:ext>
            </a:extLst>
          </p:cNvPr>
          <p:cNvCxnSpPr>
            <a:cxnSpLocks/>
            <a:stCxn id="134" idx="6"/>
            <a:endCxn id="133" idx="4"/>
          </p:cNvCxnSpPr>
          <p:nvPr/>
        </p:nvCxnSpPr>
        <p:spPr>
          <a:xfrm flipV="1">
            <a:off x="9199226" y="2213601"/>
            <a:ext cx="2320226" cy="345677"/>
          </a:xfrm>
          <a:prstGeom prst="curvedConnector2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052D4A3-C54A-4824-8542-A4291DB79263}"/>
              </a:ext>
            </a:extLst>
          </p:cNvPr>
          <p:cNvSpPr txBox="1"/>
          <p:nvPr/>
        </p:nvSpPr>
        <p:spPr>
          <a:xfrm>
            <a:off x="9823173" y="3231141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2">
                    <a:lumMod val="50000"/>
                  </a:schemeClr>
                </a:solidFill>
              </a:rPr>
              <a:t>v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(C7) : </a:t>
            </a:r>
            <a:r>
              <a:rPr lang="en-US" b="1" i="1" dirty="0">
                <a:solidFill>
                  <a:schemeClr val="accent2">
                    <a:lumMod val="50000"/>
                  </a:schemeClr>
                </a:solidFill>
              </a:rPr>
              <a:t>v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(C16)</a:t>
            </a:r>
            <a:endParaRPr lang="en-NL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E7C3BE8-75C3-4581-9BF2-1E7A23785716}"/>
              </a:ext>
            </a:extLst>
          </p:cNvPr>
          <p:cNvSpPr txBox="1"/>
          <p:nvPr/>
        </p:nvSpPr>
        <p:spPr>
          <a:xfrm>
            <a:off x="5146069" y="1759329"/>
            <a:ext cx="2847767" cy="3077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Create oil blends</a:t>
            </a:r>
          </a:p>
        </p:txBody>
      </p:sp>
    </p:spTree>
    <p:extLst>
      <p:ext uri="{BB962C8B-B14F-4D97-AF65-F5344CB8AC3E}">
        <p14:creationId xmlns:p14="http://schemas.microsoft.com/office/powerpoint/2010/main" val="3483603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079A4CF-B796-4715-98AD-D31F83A91F1E}"/>
              </a:ext>
            </a:extLst>
          </p:cNvPr>
          <p:cNvSpPr/>
          <p:nvPr/>
        </p:nvSpPr>
        <p:spPr>
          <a:xfrm>
            <a:off x="4599608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6928C6-C164-4363-AD05-C97D3E0BD10A}"/>
              </a:ext>
            </a:extLst>
          </p:cNvPr>
          <p:cNvSpPr/>
          <p:nvPr/>
        </p:nvSpPr>
        <p:spPr>
          <a:xfrm>
            <a:off x="5153045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BEB354-DAB8-4F0A-9A72-7A89609BFE49}"/>
              </a:ext>
            </a:extLst>
          </p:cNvPr>
          <p:cNvSpPr/>
          <p:nvPr/>
        </p:nvSpPr>
        <p:spPr>
          <a:xfrm>
            <a:off x="5706482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0DAFADA-2775-4F5B-9FEF-9EB2C86B08FA}"/>
              </a:ext>
            </a:extLst>
          </p:cNvPr>
          <p:cNvSpPr/>
          <p:nvPr/>
        </p:nvSpPr>
        <p:spPr>
          <a:xfrm>
            <a:off x="6259919" y="4217435"/>
            <a:ext cx="252000" cy="2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50EA00-F5C3-4E96-BF5E-3F53B08B05FD}"/>
              </a:ext>
            </a:extLst>
          </p:cNvPr>
          <p:cNvSpPr/>
          <p:nvPr/>
        </p:nvSpPr>
        <p:spPr>
          <a:xfrm>
            <a:off x="6813356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27AB298-74A5-4373-81C5-BF542163F805}"/>
              </a:ext>
            </a:extLst>
          </p:cNvPr>
          <p:cNvSpPr/>
          <p:nvPr/>
        </p:nvSpPr>
        <p:spPr>
          <a:xfrm>
            <a:off x="7366794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857126F-A274-4D93-8A32-7908F9E2DA9A}"/>
              </a:ext>
            </a:extLst>
          </p:cNvPr>
          <p:cNvSpPr/>
          <p:nvPr/>
        </p:nvSpPr>
        <p:spPr>
          <a:xfrm>
            <a:off x="4599608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2DAF8CB-E38D-4C6B-9F5E-CC694A66709D}"/>
              </a:ext>
            </a:extLst>
          </p:cNvPr>
          <p:cNvSpPr/>
          <p:nvPr/>
        </p:nvSpPr>
        <p:spPr>
          <a:xfrm>
            <a:off x="5153045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22AC1-B514-4092-B83B-A4C2962F7237}"/>
              </a:ext>
            </a:extLst>
          </p:cNvPr>
          <p:cNvSpPr/>
          <p:nvPr/>
        </p:nvSpPr>
        <p:spPr>
          <a:xfrm>
            <a:off x="5706482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04E9937-77C6-4793-A97B-A8678E682F8A}"/>
              </a:ext>
            </a:extLst>
          </p:cNvPr>
          <p:cNvSpPr/>
          <p:nvPr/>
        </p:nvSpPr>
        <p:spPr>
          <a:xfrm>
            <a:off x="6259919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4084DBB-C875-4B95-BBF5-17616BF1986C}"/>
              </a:ext>
            </a:extLst>
          </p:cNvPr>
          <p:cNvSpPr/>
          <p:nvPr/>
        </p:nvSpPr>
        <p:spPr>
          <a:xfrm>
            <a:off x="6813356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C907458-0A48-4D9C-91F7-7D68AEAC48D8}"/>
              </a:ext>
            </a:extLst>
          </p:cNvPr>
          <p:cNvSpPr/>
          <p:nvPr/>
        </p:nvSpPr>
        <p:spPr>
          <a:xfrm>
            <a:off x="7366794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2573426-3190-47C0-8DFB-6186567A5921}"/>
              </a:ext>
            </a:extLst>
          </p:cNvPr>
          <p:cNvSpPr/>
          <p:nvPr/>
        </p:nvSpPr>
        <p:spPr>
          <a:xfrm>
            <a:off x="4599608" y="5189469"/>
            <a:ext cx="252000" cy="25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3C94CCE-C866-43C2-9F0B-9E650D476744}"/>
              </a:ext>
            </a:extLst>
          </p:cNvPr>
          <p:cNvSpPr/>
          <p:nvPr/>
        </p:nvSpPr>
        <p:spPr>
          <a:xfrm>
            <a:off x="5153045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8A12A0E-1A05-4876-AF2E-7733F8550F62}"/>
              </a:ext>
            </a:extLst>
          </p:cNvPr>
          <p:cNvSpPr/>
          <p:nvPr/>
        </p:nvSpPr>
        <p:spPr>
          <a:xfrm>
            <a:off x="5706482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C882CBD-AFB9-41BF-84E1-F579DE8A7868}"/>
              </a:ext>
            </a:extLst>
          </p:cNvPr>
          <p:cNvSpPr/>
          <p:nvPr/>
        </p:nvSpPr>
        <p:spPr>
          <a:xfrm>
            <a:off x="6259919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6CF1E9A-72CB-48AD-884C-D7281697C044}"/>
              </a:ext>
            </a:extLst>
          </p:cNvPr>
          <p:cNvSpPr/>
          <p:nvPr/>
        </p:nvSpPr>
        <p:spPr>
          <a:xfrm>
            <a:off x="6813356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EB35F9-0D3F-43AE-9330-3B7ED1872CCD}"/>
              </a:ext>
            </a:extLst>
          </p:cNvPr>
          <p:cNvSpPr/>
          <p:nvPr/>
        </p:nvSpPr>
        <p:spPr>
          <a:xfrm>
            <a:off x="7366794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6844BEB-EE05-47A9-A281-F61BA8384617}"/>
              </a:ext>
            </a:extLst>
          </p:cNvPr>
          <p:cNvSpPr/>
          <p:nvPr/>
        </p:nvSpPr>
        <p:spPr>
          <a:xfrm>
            <a:off x="4599608" y="5677305"/>
            <a:ext cx="252000" cy="252000"/>
          </a:xfrm>
          <a:prstGeom prst="ellipse">
            <a:avLst/>
          </a:prstGeom>
          <a:solidFill>
            <a:srgbClr val="FFF2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84D590A-F534-4067-895C-4ED9D4B25E3A}"/>
              </a:ext>
            </a:extLst>
          </p:cNvPr>
          <p:cNvSpPr/>
          <p:nvPr/>
        </p:nvSpPr>
        <p:spPr>
          <a:xfrm>
            <a:off x="5153045" y="5677305"/>
            <a:ext cx="252000" cy="252000"/>
          </a:xfrm>
          <a:prstGeom prst="ellipse">
            <a:avLst/>
          </a:prstGeom>
          <a:solidFill>
            <a:srgbClr val="FFED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AA26CF-291A-4427-9BE3-725E1D8B57FF}"/>
              </a:ext>
            </a:extLst>
          </p:cNvPr>
          <p:cNvSpPr/>
          <p:nvPr/>
        </p:nvSpPr>
        <p:spPr>
          <a:xfrm>
            <a:off x="5706482" y="5677305"/>
            <a:ext cx="252000" cy="252000"/>
          </a:xfrm>
          <a:prstGeom prst="ellipse">
            <a:avLst/>
          </a:prstGeom>
          <a:solidFill>
            <a:srgbClr val="FFE8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B23FAFC-DE52-47C4-886B-D50F3CC132BD}"/>
              </a:ext>
            </a:extLst>
          </p:cNvPr>
          <p:cNvSpPr/>
          <p:nvPr/>
        </p:nvSpPr>
        <p:spPr>
          <a:xfrm>
            <a:off x="6259919" y="5677305"/>
            <a:ext cx="252000" cy="252000"/>
          </a:xfrm>
          <a:prstGeom prst="ellipse">
            <a:avLst/>
          </a:prstGeom>
          <a:solidFill>
            <a:srgbClr val="FFE3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8A87D66-E684-4E3B-A5CF-532FAA5C219C}"/>
              </a:ext>
            </a:extLst>
          </p:cNvPr>
          <p:cNvSpPr/>
          <p:nvPr/>
        </p:nvSpPr>
        <p:spPr>
          <a:xfrm>
            <a:off x="6813356" y="5677305"/>
            <a:ext cx="252000" cy="252000"/>
          </a:xfrm>
          <a:prstGeom prst="ellipse">
            <a:avLst/>
          </a:prstGeom>
          <a:solidFill>
            <a:srgbClr val="FFDE7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1FCC964-DE39-47C7-BDB7-AE3C62C5AF06}"/>
              </a:ext>
            </a:extLst>
          </p:cNvPr>
          <p:cNvSpPr/>
          <p:nvPr/>
        </p:nvSpPr>
        <p:spPr>
          <a:xfrm>
            <a:off x="7366794" y="5677305"/>
            <a:ext cx="252000" cy="252000"/>
          </a:xfrm>
          <a:prstGeom prst="ellipse">
            <a:avLst/>
          </a:prstGeom>
          <a:solidFill>
            <a:srgbClr val="FFD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5323DC-1055-4FC2-954C-54A3CA4863CB}"/>
              </a:ext>
            </a:extLst>
          </p:cNvPr>
          <p:cNvSpPr/>
          <p:nvPr/>
        </p:nvSpPr>
        <p:spPr>
          <a:xfrm>
            <a:off x="8659226" y="1057924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524851A-0E6A-4C6B-BFC7-97828D9EB458}"/>
              </a:ext>
            </a:extLst>
          </p:cNvPr>
          <p:cNvSpPr/>
          <p:nvPr/>
        </p:nvSpPr>
        <p:spPr>
          <a:xfrm>
            <a:off x="9306783" y="1057924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6C6C0B0-E7D0-43CF-AB04-8220AB5D9323}"/>
              </a:ext>
            </a:extLst>
          </p:cNvPr>
          <p:cNvSpPr/>
          <p:nvPr/>
        </p:nvSpPr>
        <p:spPr>
          <a:xfrm>
            <a:off x="9954340" y="1057924"/>
            <a:ext cx="540000" cy="5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895BE44-ECD0-49B1-BDF1-37493EC89EC6}"/>
              </a:ext>
            </a:extLst>
          </p:cNvPr>
          <p:cNvSpPr/>
          <p:nvPr/>
        </p:nvSpPr>
        <p:spPr>
          <a:xfrm>
            <a:off x="10601897" y="1057924"/>
            <a:ext cx="540000" cy="54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6F2FA7-585E-4363-82D5-24EEE12CF77F}"/>
              </a:ext>
            </a:extLst>
          </p:cNvPr>
          <p:cNvSpPr/>
          <p:nvPr/>
        </p:nvSpPr>
        <p:spPr>
          <a:xfrm>
            <a:off x="11249452" y="1057924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00" b="1" dirty="0">
              <a:solidFill>
                <a:schemeClr val="bg1"/>
              </a:solidFill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F3D949A-8A32-46E8-9969-4F7F1CE1937B}"/>
              </a:ext>
            </a:extLst>
          </p:cNvPr>
          <p:cNvSpPr/>
          <p:nvPr/>
        </p:nvSpPr>
        <p:spPr>
          <a:xfrm>
            <a:off x="8659226" y="1673601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rgbClr val="4C6A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5E84ED-BEEA-4690-8689-9243A7025EC9}"/>
              </a:ext>
            </a:extLst>
          </p:cNvPr>
          <p:cNvSpPr/>
          <p:nvPr/>
        </p:nvSpPr>
        <p:spPr>
          <a:xfrm>
            <a:off x="9306783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2F60325-4B1F-4A15-81D3-3F2A7BCC9937}"/>
              </a:ext>
            </a:extLst>
          </p:cNvPr>
          <p:cNvSpPr/>
          <p:nvPr/>
        </p:nvSpPr>
        <p:spPr>
          <a:xfrm>
            <a:off x="9954340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E75CE0-9B72-47FF-A24A-9E01B32EBE60}"/>
              </a:ext>
            </a:extLst>
          </p:cNvPr>
          <p:cNvSpPr/>
          <p:nvPr/>
        </p:nvSpPr>
        <p:spPr>
          <a:xfrm>
            <a:off x="10601897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3AAF2F2-2DE7-4E1F-A6D7-FFD72B7F0ECE}"/>
              </a:ext>
            </a:extLst>
          </p:cNvPr>
          <p:cNvSpPr/>
          <p:nvPr/>
        </p:nvSpPr>
        <p:spPr>
          <a:xfrm>
            <a:off x="11249452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22F3A51-1AE7-475E-9F97-604BDCD26C98}"/>
              </a:ext>
            </a:extLst>
          </p:cNvPr>
          <p:cNvSpPr/>
          <p:nvPr/>
        </p:nvSpPr>
        <p:spPr>
          <a:xfrm>
            <a:off x="8659226" y="2289278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16AF2E5A-FABD-4CAD-9F23-54FBEA4B50B8}"/>
              </a:ext>
            </a:extLst>
          </p:cNvPr>
          <p:cNvSpPr/>
          <p:nvPr/>
        </p:nvSpPr>
        <p:spPr>
          <a:xfrm>
            <a:off x="9306783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A57A340-C782-4968-9C06-3ED8536E865B}"/>
              </a:ext>
            </a:extLst>
          </p:cNvPr>
          <p:cNvSpPr/>
          <p:nvPr/>
        </p:nvSpPr>
        <p:spPr>
          <a:xfrm>
            <a:off x="9954340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7157DE4-D6BC-4299-9E58-BB887E54F53A}"/>
              </a:ext>
            </a:extLst>
          </p:cNvPr>
          <p:cNvSpPr/>
          <p:nvPr/>
        </p:nvSpPr>
        <p:spPr>
          <a:xfrm>
            <a:off x="10601897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13BD550-E649-4D16-AA63-B40BFE88E835}"/>
              </a:ext>
            </a:extLst>
          </p:cNvPr>
          <p:cNvSpPr/>
          <p:nvPr/>
        </p:nvSpPr>
        <p:spPr>
          <a:xfrm>
            <a:off x="11249452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961693A-63CC-4080-9720-42DC7D042CEB}"/>
              </a:ext>
            </a:extLst>
          </p:cNvPr>
          <p:cNvSpPr txBox="1"/>
          <p:nvPr/>
        </p:nvSpPr>
        <p:spPr>
          <a:xfrm>
            <a:off x="921333" y="845802"/>
            <a:ext cx="3311619" cy="30777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Inverse 2D HLD-IFT scan: starting config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D0BB9C-34AE-4F90-AF43-8BCF2BBCA880}"/>
              </a:ext>
            </a:extLst>
          </p:cNvPr>
          <p:cNvSpPr txBox="1"/>
          <p:nvPr/>
        </p:nvSpPr>
        <p:spPr>
          <a:xfrm>
            <a:off x="9779474" y="248707"/>
            <a:ext cx="78243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DI WT</a:t>
            </a:r>
            <a:endParaRPr lang="en-NL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4A2118-34D4-4740-A0F7-42228B909A16}"/>
              </a:ext>
            </a:extLst>
          </p:cNvPr>
          <p:cNvSpPr txBox="1"/>
          <p:nvPr/>
        </p:nvSpPr>
        <p:spPr>
          <a:xfrm>
            <a:off x="10750682" y="253966"/>
            <a:ext cx="78243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NaCl</a:t>
            </a:r>
            <a:endParaRPr lang="en-NL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DCF921-C8A3-461C-917D-8EFF6D251F79}"/>
              </a:ext>
            </a:extLst>
          </p:cNvPr>
          <p:cNvCxnSpPr>
            <a:cxnSpLocks/>
            <a:stCxn id="65" idx="2"/>
            <a:endCxn id="127" idx="0"/>
          </p:cNvCxnSpPr>
          <p:nvPr/>
        </p:nvCxnSpPr>
        <p:spPr>
          <a:xfrm flipH="1">
            <a:off x="10871897" y="623298"/>
            <a:ext cx="270000" cy="434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F5EF62-167D-4D10-B178-1B822855E314}"/>
              </a:ext>
            </a:extLst>
          </p:cNvPr>
          <p:cNvCxnSpPr>
            <a:cxnSpLocks/>
            <a:stCxn id="64" idx="2"/>
            <a:endCxn id="126" idx="0"/>
          </p:cNvCxnSpPr>
          <p:nvPr/>
        </p:nvCxnSpPr>
        <p:spPr>
          <a:xfrm>
            <a:off x="10170689" y="618039"/>
            <a:ext cx="53651" cy="439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4B7F3C2-FA43-4B06-B138-25085D03F298}"/>
              </a:ext>
            </a:extLst>
          </p:cNvPr>
          <p:cNvSpPr txBox="1"/>
          <p:nvPr/>
        </p:nvSpPr>
        <p:spPr>
          <a:xfrm>
            <a:off x="7932405" y="365125"/>
            <a:ext cx="1711682" cy="2616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All stocks: 14500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</a:rPr>
              <a:t>uL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EBB3A4-782D-4410-B7F3-50BCE540DD23}"/>
              </a:ext>
            </a:extLst>
          </p:cNvPr>
          <p:cNvSpPr txBox="1"/>
          <p:nvPr/>
        </p:nvSpPr>
        <p:spPr>
          <a:xfrm>
            <a:off x="4952445" y="3453150"/>
            <a:ext cx="601828" cy="2616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500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</a:rPr>
              <a:t>uL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07459D-504B-4C9F-AD8D-DC414DBAB62C}"/>
              </a:ext>
            </a:extLst>
          </p:cNvPr>
          <p:cNvSpPr txBox="1"/>
          <p:nvPr/>
        </p:nvSpPr>
        <p:spPr>
          <a:xfrm>
            <a:off x="6023331" y="3453150"/>
            <a:ext cx="719428" cy="2616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1400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</a:rPr>
              <a:t>uL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FC9EE1-FB73-4125-808F-F90A3BAFF983}"/>
              </a:ext>
            </a:extLst>
          </p:cNvPr>
          <p:cNvCxnSpPr>
            <a:stCxn id="80" idx="2"/>
            <a:endCxn id="103" idx="0"/>
          </p:cNvCxnSpPr>
          <p:nvPr/>
        </p:nvCxnSpPr>
        <p:spPr>
          <a:xfrm>
            <a:off x="6383045" y="3714760"/>
            <a:ext cx="2874" cy="50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8DE56E-BD56-4F59-9EF8-90341AF5000E}"/>
              </a:ext>
            </a:extLst>
          </p:cNvPr>
          <p:cNvCxnSpPr>
            <a:stCxn id="79" idx="2"/>
            <a:endCxn id="102" idx="0"/>
          </p:cNvCxnSpPr>
          <p:nvPr/>
        </p:nvCxnSpPr>
        <p:spPr>
          <a:xfrm>
            <a:off x="5253359" y="3714760"/>
            <a:ext cx="579123" cy="50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FFE7D4-F2E2-469C-A37E-E52E783F05D9}"/>
              </a:ext>
            </a:extLst>
          </p:cNvPr>
          <p:cNvCxnSpPr>
            <a:stCxn id="79" idx="2"/>
            <a:endCxn id="97" idx="0"/>
          </p:cNvCxnSpPr>
          <p:nvPr/>
        </p:nvCxnSpPr>
        <p:spPr>
          <a:xfrm>
            <a:off x="5253359" y="3714760"/>
            <a:ext cx="25686" cy="50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E6CA5AF-01A0-469E-8595-BCA3EE116060}"/>
              </a:ext>
            </a:extLst>
          </p:cNvPr>
          <p:cNvCxnSpPr>
            <a:stCxn id="79" idx="2"/>
            <a:endCxn id="96" idx="7"/>
          </p:cNvCxnSpPr>
          <p:nvPr/>
        </p:nvCxnSpPr>
        <p:spPr>
          <a:xfrm flipH="1">
            <a:off x="4814703" y="3714760"/>
            <a:ext cx="438656" cy="539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5E807B6-096F-48BF-B328-8A784EE7CD72}"/>
              </a:ext>
            </a:extLst>
          </p:cNvPr>
          <p:cNvSpPr txBox="1"/>
          <p:nvPr/>
        </p:nvSpPr>
        <p:spPr>
          <a:xfrm>
            <a:off x="3052310" y="5817792"/>
            <a:ext cx="994546" cy="2616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All: 1400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</a:rPr>
              <a:t>uL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A656C-7F6F-4482-B628-649FC761CCF6}"/>
              </a:ext>
            </a:extLst>
          </p:cNvPr>
          <p:cNvSpPr txBox="1"/>
          <p:nvPr/>
        </p:nvSpPr>
        <p:spPr>
          <a:xfrm>
            <a:off x="5079753" y="5916605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4:1</a:t>
            </a:r>
            <a:endParaRPr lang="en-NL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A31C437-FDE2-4216-8D5B-CE0E63C712D8}"/>
              </a:ext>
            </a:extLst>
          </p:cNvPr>
          <p:cNvSpPr txBox="1"/>
          <p:nvPr/>
        </p:nvSpPr>
        <p:spPr>
          <a:xfrm>
            <a:off x="5634415" y="5916605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3:2</a:t>
            </a:r>
            <a:endParaRPr lang="en-NL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7E33DDF-26BF-41D4-BEF5-D19A016429C6}"/>
              </a:ext>
            </a:extLst>
          </p:cNvPr>
          <p:cNvSpPr txBox="1"/>
          <p:nvPr/>
        </p:nvSpPr>
        <p:spPr>
          <a:xfrm>
            <a:off x="6189077" y="5916605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2:3</a:t>
            </a:r>
            <a:endParaRPr lang="en-NL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3BDE5AA-22A8-4579-94F3-A8D6EFA30FCA}"/>
              </a:ext>
            </a:extLst>
          </p:cNvPr>
          <p:cNvSpPr txBox="1"/>
          <p:nvPr/>
        </p:nvSpPr>
        <p:spPr>
          <a:xfrm>
            <a:off x="6743739" y="5916605"/>
            <a:ext cx="417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1:4</a:t>
            </a:r>
            <a:endParaRPr lang="en-NL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828D04B-809E-41C0-9CCE-4C4205911AC5}"/>
              </a:ext>
            </a:extLst>
          </p:cNvPr>
          <p:cNvSpPr txBox="1"/>
          <p:nvPr/>
        </p:nvSpPr>
        <p:spPr>
          <a:xfrm>
            <a:off x="7273002" y="591660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C16</a:t>
            </a:r>
            <a:endParaRPr lang="en-NL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80AA13A-8F22-488B-8C06-012CB3138910}"/>
              </a:ext>
            </a:extLst>
          </p:cNvPr>
          <p:cNvSpPr txBox="1"/>
          <p:nvPr/>
        </p:nvSpPr>
        <p:spPr>
          <a:xfrm>
            <a:off x="4546179" y="5916605"/>
            <a:ext cx="37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C7</a:t>
            </a:r>
            <a:endParaRPr lang="en-NL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9F399-43E7-41C0-93C0-2CF0783D7148}"/>
              </a:ext>
            </a:extLst>
          </p:cNvPr>
          <p:cNvSpPr txBox="1"/>
          <p:nvPr/>
        </p:nvSpPr>
        <p:spPr>
          <a:xfrm>
            <a:off x="4571579" y="6174920"/>
            <a:ext cx="858866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Part 1</a:t>
            </a:r>
            <a:endParaRPr lang="en-NL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97967FF-1F7D-4615-90C6-FA2B040503CB}"/>
              </a:ext>
            </a:extLst>
          </p:cNvPr>
          <p:cNvSpPr txBox="1"/>
          <p:nvPr/>
        </p:nvSpPr>
        <p:spPr>
          <a:xfrm>
            <a:off x="5679268" y="6174920"/>
            <a:ext cx="85886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Part 2</a:t>
            </a:r>
            <a:endParaRPr lang="en-NL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78451F1-1073-40EC-9575-9B34F87FCDB8}"/>
              </a:ext>
            </a:extLst>
          </p:cNvPr>
          <p:cNvSpPr txBox="1"/>
          <p:nvPr/>
        </p:nvSpPr>
        <p:spPr>
          <a:xfrm>
            <a:off x="6786957" y="6174920"/>
            <a:ext cx="858866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Part 3</a:t>
            </a:r>
            <a:endParaRPr lang="en-NL" sz="12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46" name="Content Placeholder 5">
            <a:extLst>
              <a:ext uri="{FF2B5EF4-FFF2-40B4-BE49-F238E27FC236}">
                <a16:creationId xmlns:a16="http://schemas.microsoft.com/office/drawing/2014/main" id="{C4B2E575-9B12-4907-ADFD-F7A7C82FC4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56" b="11201"/>
          <a:stretch/>
        </p:blipFill>
        <p:spPr>
          <a:xfrm>
            <a:off x="570530" y="640098"/>
            <a:ext cx="4708515" cy="2831719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A0786D65-E63B-47DF-B85F-BFA8F0BD2486}"/>
              </a:ext>
            </a:extLst>
          </p:cNvPr>
          <p:cNvSpPr txBox="1"/>
          <p:nvPr/>
        </p:nvSpPr>
        <p:spPr>
          <a:xfrm>
            <a:off x="989877" y="3204585"/>
            <a:ext cx="858866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Part 1</a:t>
            </a:r>
            <a:endParaRPr lang="en-NL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258C418-600F-424A-96D0-4E63D1DC1300}"/>
              </a:ext>
            </a:extLst>
          </p:cNvPr>
          <p:cNvSpPr txBox="1"/>
          <p:nvPr/>
        </p:nvSpPr>
        <p:spPr>
          <a:xfrm>
            <a:off x="2542066" y="3204585"/>
            <a:ext cx="85886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Part 2</a:t>
            </a:r>
            <a:endParaRPr lang="en-NL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BEEDB38-7C0D-400F-9C4A-CE3221CDBF03}"/>
              </a:ext>
            </a:extLst>
          </p:cNvPr>
          <p:cNvSpPr txBox="1"/>
          <p:nvPr/>
        </p:nvSpPr>
        <p:spPr>
          <a:xfrm>
            <a:off x="4030755" y="3204585"/>
            <a:ext cx="858866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Part 3</a:t>
            </a:r>
            <a:endParaRPr lang="en-NL" sz="12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282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A984-0081-4777-9296-AECC8D54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Mixture: how is it represented</a:t>
            </a:r>
            <a:endParaRPr lang="en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D40F3-ADAA-473A-9C5F-54B043CD89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83" r="30563"/>
          <a:stretch/>
        </p:blipFill>
        <p:spPr>
          <a:xfrm>
            <a:off x="8039100" y="670045"/>
            <a:ext cx="2857500" cy="582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25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3298-8180-478D-A62A-3ACBDC57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C57F6D-38AA-41FF-89AB-15BA1083B8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Assumption: volumes are conserved!!!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For all solutions we need to know constituents and density!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Resulting solution can be estimated knowing</a:t>
                </a:r>
              </a:p>
              <a:p>
                <a:pPr lvl="1"/>
                <a:r>
                  <a:rPr lang="en-US" b="0" dirty="0">
                    <a:latin typeface="Cambria Math" panose="02040503050406030204" pitchFamily="18" charset="0"/>
                  </a:rPr>
                  <a:t>Volumes used in </a:t>
                </a:r>
                <a:r>
                  <a:rPr lang="en-US" dirty="0">
                    <a:latin typeface="Cambria Math" panose="02040503050406030204" pitchFamily="18" charset="0"/>
                  </a:rPr>
                  <a:t>mixing, 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Solution densities</a:t>
                </a:r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∗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𝑐𝑚𝑝𝑑𝐴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𝑐𝑚𝑝𝑑𝐴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𝑐𝑚𝑝𝑑𝐴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C57F6D-38AA-41FF-89AB-15BA1083B8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505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51D5B7-C57C-4657-A0A8-3C77669D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Settings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37AEB-9479-4085-B8B8-44BF356BB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12364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DC82-C6F4-4829-B31D-BFF6A414A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settings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ECE96-6A8C-4AF2-A76A-58C023D5D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used explicitly in command line as an input to python scripts:</a:t>
            </a:r>
          </a:p>
          <a:p>
            <a:pPr lvl="1"/>
            <a:r>
              <a:rPr lang="en-US" dirty="0"/>
              <a:t>&lt;give an example here&gt;</a:t>
            </a:r>
          </a:p>
          <a:p>
            <a:r>
              <a:rPr lang="en-US" dirty="0"/>
              <a:t>Data on:</a:t>
            </a:r>
          </a:p>
          <a:p>
            <a:pPr lvl="1"/>
            <a:r>
              <a:rPr lang="en-US" dirty="0"/>
              <a:t>Input and output locations</a:t>
            </a:r>
          </a:p>
          <a:p>
            <a:pPr lvl="1"/>
            <a:r>
              <a:rPr lang="en-US" dirty="0"/>
              <a:t>Scan settings</a:t>
            </a:r>
          </a:p>
          <a:p>
            <a:pPr lvl="1"/>
            <a:r>
              <a:rPr lang="en-US" dirty="0"/>
              <a:t>Solutions to be made/used in a scan</a:t>
            </a:r>
          </a:p>
          <a:p>
            <a:pPr lvl="2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17203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4D035A-22EC-4675-AAFE-1D9C48E30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`How to` section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973A4-2CE1-4F0E-B2C7-A65CECA4F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0544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3462F-06AB-4918-B19C-EE4ED546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recipe for stock solution </a:t>
            </a:r>
            <a:endParaRPr lang="en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33AF8D-024A-487E-8E09-87C563EFF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…</a:t>
            </a:r>
          </a:p>
          <a:p>
            <a:r>
              <a:rPr lang="en-US" dirty="0"/>
              <a:t>Output 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60539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2652-991B-46D4-9504-9102DED7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recipe to solution repository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7D4B7-DC6F-4D66-87D0-1480932FF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…</a:t>
            </a:r>
          </a:p>
          <a:p>
            <a:r>
              <a:rPr lang="en-US" dirty="0" err="1"/>
              <a:t>Ouput</a:t>
            </a:r>
            <a:r>
              <a:rPr lang="en-US" dirty="0"/>
              <a:t> …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49492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FE00-6E90-4A45-9826-885CC4DA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Edit/create scan settings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2EC3F-921E-4522-9858-79B4D17F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858789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A621-F47D-4ACA-A09E-5422C974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run (scan) stocks [direct]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19452-8930-43DB-8964-A0508FF56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79525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DEF733-7661-48C1-B1F0-4BE00D10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E43F0D-966E-4766-A355-AFF554CE513B}"/>
              </a:ext>
            </a:extLst>
          </p:cNvPr>
          <p:cNvGrpSpPr/>
          <p:nvPr/>
        </p:nvGrpSpPr>
        <p:grpSpPr>
          <a:xfrm>
            <a:off x="0" y="86061"/>
            <a:ext cx="12084424" cy="6657613"/>
            <a:chOff x="0" y="86061"/>
            <a:chExt cx="12084424" cy="66576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CD3242-27A0-4268-AEB1-2E5CB0C19F92}"/>
                </a:ext>
              </a:extLst>
            </p:cNvPr>
            <p:cNvSpPr/>
            <p:nvPr/>
          </p:nvSpPr>
          <p:spPr>
            <a:xfrm>
              <a:off x="107576" y="86061"/>
              <a:ext cx="11976848" cy="6406814"/>
            </a:xfrm>
            <a:prstGeom prst="rect">
              <a:avLst/>
            </a:prstGeom>
            <a:noFill/>
            <a:ln w="762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96DCF-897D-47A9-8035-26850AD06E76}"/>
                </a:ext>
              </a:extLst>
            </p:cNvPr>
            <p:cNvSpPr txBox="1"/>
            <p:nvPr/>
          </p:nvSpPr>
          <p:spPr>
            <a:xfrm>
              <a:off x="0" y="6466675"/>
              <a:ext cx="803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Opentron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349A2-EE2D-48A7-B3D3-90663210F573}"/>
              </a:ext>
            </a:extLst>
          </p:cNvPr>
          <p:cNvGrpSpPr/>
          <p:nvPr/>
        </p:nvGrpSpPr>
        <p:grpSpPr>
          <a:xfrm>
            <a:off x="8505825" y="845802"/>
            <a:ext cx="3438525" cy="2247900"/>
            <a:chOff x="8486775" y="1790700"/>
            <a:chExt cx="3438525" cy="22479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2B281F-59AD-4F90-9E8B-C224FA93BBAC}"/>
                </a:ext>
              </a:extLst>
            </p:cNvPr>
            <p:cNvSpPr/>
            <p:nvPr/>
          </p:nvSpPr>
          <p:spPr>
            <a:xfrm>
              <a:off x="8486775" y="1790700"/>
              <a:ext cx="3438525" cy="2247900"/>
            </a:xfrm>
            <a:prstGeom prst="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54EACA-3DCC-4E0A-AE5A-13FCE1A2C13E}"/>
                </a:ext>
              </a:extLst>
            </p:cNvPr>
            <p:cNvSpPr txBox="1"/>
            <p:nvPr/>
          </p:nvSpPr>
          <p:spPr>
            <a:xfrm>
              <a:off x="8486775" y="3761601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Slot 9</a:t>
              </a:r>
              <a:endParaRPr lang="en-NL" sz="12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5D678-DA58-4B6C-95B2-385C187A75BA}"/>
              </a:ext>
            </a:extLst>
          </p:cNvPr>
          <p:cNvSpPr/>
          <p:nvPr/>
        </p:nvSpPr>
        <p:spPr>
          <a:xfrm>
            <a:off x="4376737" y="3970002"/>
            <a:ext cx="3438525" cy="2247900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EDBAF-70F9-46C3-9CD4-B957B323F2DE}"/>
              </a:ext>
            </a:extLst>
          </p:cNvPr>
          <p:cNvSpPr txBox="1"/>
          <p:nvPr/>
        </p:nvSpPr>
        <p:spPr>
          <a:xfrm>
            <a:off x="4376737" y="59409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Slot 2</a:t>
            </a:r>
            <a:endParaRPr lang="en-NL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079A4CF-B796-4715-98AD-D31F83A91F1E}"/>
              </a:ext>
            </a:extLst>
          </p:cNvPr>
          <p:cNvSpPr/>
          <p:nvPr/>
        </p:nvSpPr>
        <p:spPr>
          <a:xfrm>
            <a:off x="4599608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F6928C6-C164-4363-AD05-C97D3E0BD10A}"/>
              </a:ext>
            </a:extLst>
          </p:cNvPr>
          <p:cNvSpPr/>
          <p:nvPr/>
        </p:nvSpPr>
        <p:spPr>
          <a:xfrm>
            <a:off x="5153045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BEB354-DAB8-4F0A-9A72-7A89609BFE49}"/>
              </a:ext>
            </a:extLst>
          </p:cNvPr>
          <p:cNvSpPr/>
          <p:nvPr/>
        </p:nvSpPr>
        <p:spPr>
          <a:xfrm>
            <a:off x="5706482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0DAFADA-2775-4F5B-9FEF-9EB2C86B08FA}"/>
              </a:ext>
            </a:extLst>
          </p:cNvPr>
          <p:cNvSpPr/>
          <p:nvPr/>
        </p:nvSpPr>
        <p:spPr>
          <a:xfrm>
            <a:off x="6259919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50EA00-F5C3-4E96-BF5E-3F53B08B05FD}"/>
              </a:ext>
            </a:extLst>
          </p:cNvPr>
          <p:cNvSpPr/>
          <p:nvPr/>
        </p:nvSpPr>
        <p:spPr>
          <a:xfrm>
            <a:off x="6813356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27AB298-74A5-4373-81C5-BF542163F805}"/>
              </a:ext>
            </a:extLst>
          </p:cNvPr>
          <p:cNvSpPr/>
          <p:nvPr/>
        </p:nvSpPr>
        <p:spPr>
          <a:xfrm>
            <a:off x="7366794" y="421743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857126F-A274-4D93-8A32-7908F9E2DA9A}"/>
              </a:ext>
            </a:extLst>
          </p:cNvPr>
          <p:cNvSpPr/>
          <p:nvPr/>
        </p:nvSpPr>
        <p:spPr>
          <a:xfrm>
            <a:off x="4599608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2DAF8CB-E38D-4C6B-9F5E-CC694A66709D}"/>
              </a:ext>
            </a:extLst>
          </p:cNvPr>
          <p:cNvSpPr/>
          <p:nvPr/>
        </p:nvSpPr>
        <p:spPr>
          <a:xfrm>
            <a:off x="5153045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6022AC1-B514-4092-B83B-A4C2962F7237}"/>
              </a:ext>
            </a:extLst>
          </p:cNvPr>
          <p:cNvSpPr/>
          <p:nvPr/>
        </p:nvSpPr>
        <p:spPr>
          <a:xfrm>
            <a:off x="5706482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04E9937-77C6-4793-A97B-A8678E682F8A}"/>
              </a:ext>
            </a:extLst>
          </p:cNvPr>
          <p:cNvSpPr/>
          <p:nvPr/>
        </p:nvSpPr>
        <p:spPr>
          <a:xfrm>
            <a:off x="6259919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4084DBB-C875-4B95-BBF5-17616BF1986C}"/>
              </a:ext>
            </a:extLst>
          </p:cNvPr>
          <p:cNvSpPr/>
          <p:nvPr/>
        </p:nvSpPr>
        <p:spPr>
          <a:xfrm>
            <a:off x="6813356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C907458-0A48-4D9C-91F7-7D68AEAC48D8}"/>
              </a:ext>
            </a:extLst>
          </p:cNvPr>
          <p:cNvSpPr/>
          <p:nvPr/>
        </p:nvSpPr>
        <p:spPr>
          <a:xfrm>
            <a:off x="7366794" y="4703452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2573426-3190-47C0-8DFB-6186567A5921}"/>
              </a:ext>
            </a:extLst>
          </p:cNvPr>
          <p:cNvSpPr/>
          <p:nvPr/>
        </p:nvSpPr>
        <p:spPr>
          <a:xfrm>
            <a:off x="4599608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3C94CCE-C866-43C2-9F0B-9E650D476744}"/>
              </a:ext>
            </a:extLst>
          </p:cNvPr>
          <p:cNvSpPr/>
          <p:nvPr/>
        </p:nvSpPr>
        <p:spPr>
          <a:xfrm>
            <a:off x="5153045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8A12A0E-1A05-4876-AF2E-7733F8550F62}"/>
              </a:ext>
            </a:extLst>
          </p:cNvPr>
          <p:cNvSpPr/>
          <p:nvPr/>
        </p:nvSpPr>
        <p:spPr>
          <a:xfrm>
            <a:off x="5706482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C882CBD-AFB9-41BF-84E1-F579DE8A7868}"/>
              </a:ext>
            </a:extLst>
          </p:cNvPr>
          <p:cNvSpPr/>
          <p:nvPr/>
        </p:nvSpPr>
        <p:spPr>
          <a:xfrm>
            <a:off x="6259919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6CF1E9A-72CB-48AD-884C-D7281697C044}"/>
              </a:ext>
            </a:extLst>
          </p:cNvPr>
          <p:cNvSpPr/>
          <p:nvPr/>
        </p:nvSpPr>
        <p:spPr>
          <a:xfrm>
            <a:off x="6813356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BEB35F9-0D3F-43AE-9330-3B7ED1872CCD}"/>
              </a:ext>
            </a:extLst>
          </p:cNvPr>
          <p:cNvSpPr/>
          <p:nvPr/>
        </p:nvSpPr>
        <p:spPr>
          <a:xfrm>
            <a:off x="7366794" y="5189469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6844BEB-EE05-47A9-A281-F61BA8384617}"/>
              </a:ext>
            </a:extLst>
          </p:cNvPr>
          <p:cNvSpPr/>
          <p:nvPr/>
        </p:nvSpPr>
        <p:spPr>
          <a:xfrm>
            <a:off x="4599608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484D590A-F534-4067-895C-4ED9D4B25E3A}"/>
              </a:ext>
            </a:extLst>
          </p:cNvPr>
          <p:cNvSpPr/>
          <p:nvPr/>
        </p:nvSpPr>
        <p:spPr>
          <a:xfrm>
            <a:off x="5153045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AA26CF-291A-4427-9BE3-725E1D8B57FF}"/>
              </a:ext>
            </a:extLst>
          </p:cNvPr>
          <p:cNvSpPr/>
          <p:nvPr/>
        </p:nvSpPr>
        <p:spPr>
          <a:xfrm>
            <a:off x="5706482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1B23FAFC-DE52-47C4-886B-D50F3CC132BD}"/>
              </a:ext>
            </a:extLst>
          </p:cNvPr>
          <p:cNvSpPr/>
          <p:nvPr/>
        </p:nvSpPr>
        <p:spPr>
          <a:xfrm>
            <a:off x="6259919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8A87D66-E684-4E3B-A5CF-532FAA5C219C}"/>
              </a:ext>
            </a:extLst>
          </p:cNvPr>
          <p:cNvSpPr/>
          <p:nvPr/>
        </p:nvSpPr>
        <p:spPr>
          <a:xfrm>
            <a:off x="6813356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1FCC964-DE39-47C7-BDB7-AE3C62C5AF06}"/>
              </a:ext>
            </a:extLst>
          </p:cNvPr>
          <p:cNvSpPr/>
          <p:nvPr/>
        </p:nvSpPr>
        <p:spPr>
          <a:xfrm>
            <a:off x="7366794" y="5677305"/>
            <a:ext cx="252000" cy="25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55323DC-1055-4FC2-954C-54A3CA4863CB}"/>
              </a:ext>
            </a:extLst>
          </p:cNvPr>
          <p:cNvSpPr/>
          <p:nvPr/>
        </p:nvSpPr>
        <p:spPr>
          <a:xfrm>
            <a:off x="8659226" y="1057924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524851A-0E6A-4C6B-BFC7-97828D9EB458}"/>
              </a:ext>
            </a:extLst>
          </p:cNvPr>
          <p:cNvSpPr/>
          <p:nvPr/>
        </p:nvSpPr>
        <p:spPr>
          <a:xfrm>
            <a:off x="9306783" y="1057924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6C6C0B0-E7D0-43CF-AB04-8220AB5D9323}"/>
              </a:ext>
            </a:extLst>
          </p:cNvPr>
          <p:cNvSpPr/>
          <p:nvPr/>
        </p:nvSpPr>
        <p:spPr>
          <a:xfrm>
            <a:off x="9954340" y="1057924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6895BE44-ECD0-49B1-BDF1-37493EC89EC6}"/>
              </a:ext>
            </a:extLst>
          </p:cNvPr>
          <p:cNvSpPr/>
          <p:nvPr/>
        </p:nvSpPr>
        <p:spPr>
          <a:xfrm>
            <a:off x="10601897" y="1057924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56F2FA7-585E-4363-82D5-24EEE12CF77F}"/>
              </a:ext>
            </a:extLst>
          </p:cNvPr>
          <p:cNvSpPr/>
          <p:nvPr/>
        </p:nvSpPr>
        <p:spPr>
          <a:xfrm>
            <a:off x="11249452" y="1057924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F3D949A-8A32-46E8-9969-4F7F1CE1937B}"/>
              </a:ext>
            </a:extLst>
          </p:cNvPr>
          <p:cNvSpPr/>
          <p:nvPr/>
        </p:nvSpPr>
        <p:spPr>
          <a:xfrm>
            <a:off x="8659226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5E84ED-BEEA-4690-8689-9243A7025EC9}"/>
              </a:ext>
            </a:extLst>
          </p:cNvPr>
          <p:cNvSpPr/>
          <p:nvPr/>
        </p:nvSpPr>
        <p:spPr>
          <a:xfrm>
            <a:off x="9306783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2F60325-4B1F-4A15-81D3-3F2A7BCC9937}"/>
              </a:ext>
            </a:extLst>
          </p:cNvPr>
          <p:cNvSpPr/>
          <p:nvPr/>
        </p:nvSpPr>
        <p:spPr>
          <a:xfrm>
            <a:off x="9954340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E75CE0-9B72-47FF-A24A-9E01B32EBE60}"/>
              </a:ext>
            </a:extLst>
          </p:cNvPr>
          <p:cNvSpPr/>
          <p:nvPr/>
        </p:nvSpPr>
        <p:spPr>
          <a:xfrm>
            <a:off x="10601897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3AAF2F2-2DE7-4E1F-A6D7-FFD72B7F0ECE}"/>
              </a:ext>
            </a:extLst>
          </p:cNvPr>
          <p:cNvSpPr/>
          <p:nvPr/>
        </p:nvSpPr>
        <p:spPr>
          <a:xfrm>
            <a:off x="11249452" y="1673601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22F3A51-1AE7-475E-9F97-604BDCD26C98}"/>
              </a:ext>
            </a:extLst>
          </p:cNvPr>
          <p:cNvSpPr/>
          <p:nvPr/>
        </p:nvSpPr>
        <p:spPr>
          <a:xfrm>
            <a:off x="8659226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16AF2E5A-FABD-4CAD-9F23-54FBEA4B50B8}"/>
              </a:ext>
            </a:extLst>
          </p:cNvPr>
          <p:cNvSpPr/>
          <p:nvPr/>
        </p:nvSpPr>
        <p:spPr>
          <a:xfrm>
            <a:off x="9306783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A57A340-C782-4968-9C06-3ED8536E865B}"/>
              </a:ext>
            </a:extLst>
          </p:cNvPr>
          <p:cNvSpPr/>
          <p:nvPr/>
        </p:nvSpPr>
        <p:spPr>
          <a:xfrm>
            <a:off x="9954340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7157DE4-D6BC-4299-9E58-BB887E54F53A}"/>
              </a:ext>
            </a:extLst>
          </p:cNvPr>
          <p:cNvSpPr/>
          <p:nvPr/>
        </p:nvSpPr>
        <p:spPr>
          <a:xfrm>
            <a:off x="10601897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13BD550-E649-4D16-AA63-B40BFE88E835}"/>
              </a:ext>
            </a:extLst>
          </p:cNvPr>
          <p:cNvSpPr/>
          <p:nvPr/>
        </p:nvSpPr>
        <p:spPr>
          <a:xfrm>
            <a:off x="11249452" y="228927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9173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753A-DF44-41FA-8B1C-D7B29979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51419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6548-762B-432C-8D49-2B119102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auxiliary settings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F249-7959-4CB6-A59D-BB0A7F027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092163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09694-4BCB-469B-B459-BB82A86F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scan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F6E29-B86E-40E1-81AF-1706ACEA9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536996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9A53-BF7D-42D1-99E3-E0760842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Weird bits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44E6A-4A34-4F41-8B88-6156B33B0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Restart </a:t>
            </a:r>
            <a:r>
              <a:rPr lang="en-US" dirty="0" err="1"/>
              <a:t>opentron</a:t>
            </a:r>
            <a:r>
              <a:rPr lang="en-US" dirty="0"/>
              <a:t> every day or after 2 to 3 days</a:t>
            </a:r>
          </a:p>
          <a:p>
            <a:pPr lvl="1"/>
            <a:r>
              <a:rPr lang="en-US" dirty="0"/>
              <a:t>We have seen that </a:t>
            </a:r>
            <a:r>
              <a:rPr lang="en-US" dirty="0" err="1"/>
              <a:t>api</a:t>
            </a:r>
            <a:r>
              <a:rPr lang="en-US" dirty="0"/>
              <a:t> stops to respond for unknown reason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0385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1530</Words>
  <Application>Microsoft Office PowerPoint</Application>
  <PresentationFormat>Widescreen</PresentationFormat>
  <Paragraphs>363</Paragraphs>
  <Slides>44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Office Theme</vt:lpstr>
      <vt:lpstr>Training bits</vt:lpstr>
      <vt:lpstr>outline</vt:lpstr>
      <vt:lpstr>Basic dripping experiment</vt:lpstr>
      <vt:lpstr>PowerPoint Presentation</vt:lpstr>
      <vt:lpstr>Setup</vt:lpstr>
      <vt:lpstr>Running scripts on command line</vt:lpstr>
      <vt:lpstr>Direct 2D HLD-IFT scan</vt:lpstr>
      <vt:lpstr>PowerPoint Presentation</vt:lpstr>
      <vt:lpstr>PowerPoint Presentation</vt:lpstr>
      <vt:lpstr> </vt:lpstr>
      <vt:lpstr> </vt:lpstr>
      <vt:lpstr> </vt:lpstr>
      <vt:lpstr>Anatomy of experiment data</vt:lpstr>
      <vt:lpstr>Complete SOW experiment for `uncharacterized` surfactant</vt:lpstr>
      <vt:lpstr>Experimental workflow: surfactant characterization</vt:lpstr>
      <vt:lpstr>PowerPoint Presentation</vt:lpstr>
      <vt:lpstr>PowerPoint Presentation</vt:lpstr>
      <vt:lpstr>PowerPoint Presentation</vt:lpstr>
      <vt:lpstr>Experimental data: surfactant characterization</vt:lpstr>
      <vt:lpstr>Inverse 2D HLD-IFT scan</vt:lpstr>
      <vt:lpstr>Inverse 2D HLD-IFT scan</vt:lpstr>
      <vt:lpstr>PowerPoint Presentation</vt:lpstr>
      <vt:lpstr> </vt:lpstr>
      <vt:lpstr> </vt:lpstr>
      <vt:lpstr> </vt:lpstr>
      <vt:lpstr>Inverse 2D HLD-IFT scan</vt:lpstr>
      <vt:lpstr>PowerPoint Presentation</vt:lpstr>
      <vt:lpstr>PowerPoint Presentation</vt:lpstr>
      <vt:lpstr>PowerPoint Presentation</vt:lpstr>
      <vt:lpstr>PowerPoint Presentation</vt:lpstr>
      <vt:lpstr>Mixture: how is it represented</vt:lpstr>
      <vt:lpstr>Mixing</vt:lpstr>
      <vt:lpstr>Settings</vt:lpstr>
      <vt:lpstr>Scan settings</vt:lpstr>
      <vt:lpstr>`How to` section</vt:lpstr>
      <vt:lpstr>Create recipe for stock solution </vt:lpstr>
      <vt:lpstr>Add recipe to solution repository</vt:lpstr>
      <vt:lpstr>Edit/create scan settings</vt:lpstr>
      <vt:lpstr>Prepare run (scan) stocks [direct]</vt:lpstr>
      <vt:lpstr> </vt:lpstr>
      <vt:lpstr>PowerPoint Presentation</vt:lpstr>
      <vt:lpstr>Prepare auxiliary settings</vt:lpstr>
      <vt:lpstr>Execute scan</vt:lpstr>
      <vt:lpstr>Weird bits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Aigars Piruska</dc:creator>
  <cp:lastModifiedBy>Aigars Piruska</cp:lastModifiedBy>
  <cp:revision>36</cp:revision>
  <dcterms:created xsi:type="dcterms:W3CDTF">2026-02-19T09:10:51Z</dcterms:created>
  <dcterms:modified xsi:type="dcterms:W3CDTF">2026-02-24T09:29:29Z</dcterms:modified>
</cp:coreProperties>
</file>